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7" r:id="rId3"/>
    <p:sldId id="258" r:id="rId4"/>
    <p:sldId id="259" r:id="rId5"/>
    <p:sldId id="299" r:id="rId6"/>
    <p:sldId id="261" r:id="rId7"/>
    <p:sldId id="300" r:id="rId8"/>
    <p:sldId id="301" r:id="rId9"/>
    <p:sldId id="302" r:id="rId10"/>
    <p:sldId id="303" r:id="rId11"/>
    <p:sldId id="304" r:id="rId12"/>
    <p:sldId id="273" r:id="rId13"/>
    <p:sldId id="305" r:id="rId14"/>
    <p:sldId id="321" r:id="rId15"/>
    <p:sldId id="283" r:id="rId16"/>
    <p:sldId id="322" r:id="rId17"/>
    <p:sldId id="306" r:id="rId18"/>
    <p:sldId id="323" r:id="rId19"/>
    <p:sldId id="307" r:id="rId20"/>
    <p:sldId id="324" r:id="rId21"/>
    <p:sldId id="308" r:id="rId22"/>
    <p:sldId id="325" r:id="rId23"/>
    <p:sldId id="309" r:id="rId24"/>
    <p:sldId id="326" r:id="rId25"/>
    <p:sldId id="310" r:id="rId26"/>
    <p:sldId id="327" r:id="rId27"/>
    <p:sldId id="311" r:id="rId28"/>
    <p:sldId id="328" r:id="rId29"/>
    <p:sldId id="312" r:id="rId30"/>
    <p:sldId id="329" r:id="rId31"/>
    <p:sldId id="313" r:id="rId32"/>
    <p:sldId id="330" r:id="rId33"/>
    <p:sldId id="262" r:id="rId34"/>
    <p:sldId id="275" r:id="rId35"/>
    <p:sldId id="276" r:id="rId36"/>
    <p:sldId id="287" r:id="rId37"/>
    <p:sldId id="277" r:id="rId38"/>
    <p:sldId id="278" r:id="rId39"/>
    <p:sldId id="279" r:id="rId40"/>
    <p:sldId id="280" r:id="rId41"/>
    <p:sldId id="281" r:id="rId42"/>
    <p:sldId id="282" r:id="rId43"/>
    <p:sldId id="284" r:id="rId44"/>
    <p:sldId id="285" r:id="rId45"/>
    <p:sldId id="286" r:id="rId46"/>
    <p:sldId id="265" r:id="rId47"/>
    <p:sldId id="289" r:id="rId48"/>
    <p:sldId id="290" r:id="rId49"/>
    <p:sldId id="291" r:id="rId50"/>
    <p:sldId id="292" r:id="rId51"/>
    <p:sldId id="293" r:id="rId52"/>
    <p:sldId id="294" r:id="rId53"/>
    <p:sldId id="288" r:id="rId54"/>
    <p:sldId id="272" r:id="rId55"/>
    <p:sldId id="266" r:id="rId56"/>
    <p:sldId id="263" r:id="rId57"/>
    <p:sldId id="268" r:id="rId58"/>
    <p:sldId id="264" r:id="rId59"/>
    <p:sldId id="269" r:id="rId60"/>
    <p:sldId id="270" r:id="rId61"/>
    <p:sldId id="271" r:id="rId62"/>
    <p:sldId id="296" r:id="rId63"/>
    <p:sldId id="319" r:id="rId64"/>
    <p:sldId id="320" r:id="rId65"/>
    <p:sldId id="295" r:id="rId66"/>
    <p:sldId id="314" r:id="rId67"/>
    <p:sldId id="315" r:id="rId68"/>
    <p:sldId id="316" r:id="rId69"/>
    <p:sldId id="317" r:id="rId70"/>
    <p:sldId id="318" r:id="rId71"/>
    <p:sldId id="298" r:id="rId72"/>
    <p:sldId id="297" r:id="rId7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5FEA"/>
    <a:srgbClr val="FF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D9BE38-57D6-4418-A154-315C52B472C8}" v="50" dt="2026-05-05T18:47:02.7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민영 최" userId="2e27e2dc12aba3df" providerId="LiveId" clId="{EE8EFF6B-BB2A-48D0-B600-7012680B1A5B}"/>
    <pc:docChg chg="undo custSel addSld delSld modSld sldOrd">
      <pc:chgData name="민영 최" userId="2e27e2dc12aba3df" providerId="LiveId" clId="{EE8EFF6B-BB2A-48D0-B600-7012680B1A5B}" dt="2026-05-05T18:48:00.834" v="3688" actId="1076"/>
      <pc:docMkLst>
        <pc:docMk/>
      </pc:docMkLst>
      <pc:sldChg chg="addSp modSp add mod ord">
        <pc:chgData name="민영 최" userId="2e27e2dc12aba3df" providerId="LiveId" clId="{EE8EFF6B-BB2A-48D0-B600-7012680B1A5B}" dt="2026-05-05T18:06:17.447" v="2361" actId="207"/>
        <pc:sldMkLst>
          <pc:docMk/>
          <pc:sldMk cId="3435090037" sldId="262"/>
        </pc:sldMkLst>
        <pc:spChg chg="mod">
          <ac:chgData name="민영 최" userId="2e27e2dc12aba3df" providerId="LiveId" clId="{EE8EFF6B-BB2A-48D0-B600-7012680B1A5B}" dt="2026-05-05T16:25:47.465" v="1446" actId="20577"/>
          <ac:spMkLst>
            <pc:docMk/>
            <pc:sldMk cId="3435090037" sldId="262"/>
            <ac:spMk id="2" creationId="{00000000-0000-0000-0000-000000000000}"/>
          </ac:spMkLst>
        </pc:spChg>
        <pc:spChg chg="add mod">
          <ac:chgData name="민영 최" userId="2e27e2dc12aba3df" providerId="LiveId" clId="{EE8EFF6B-BB2A-48D0-B600-7012680B1A5B}" dt="2026-05-05T18:04:03.928" v="2330" actId="1076"/>
          <ac:spMkLst>
            <pc:docMk/>
            <pc:sldMk cId="3435090037" sldId="262"/>
            <ac:spMk id="3" creationId="{06F0D3CB-50ED-057F-0552-16F31BC2BAF8}"/>
          </ac:spMkLst>
        </pc:spChg>
        <pc:spChg chg="add mod">
          <ac:chgData name="민영 최" userId="2e27e2dc12aba3df" providerId="LiveId" clId="{EE8EFF6B-BB2A-48D0-B600-7012680B1A5B}" dt="2026-05-05T18:06:17.447" v="2361" actId="207"/>
          <ac:spMkLst>
            <pc:docMk/>
            <pc:sldMk cId="3435090037" sldId="262"/>
            <ac:spMk id="8" creationId="{2A0EE1B5-2072-A365-3ED8-B1A30123C714}"/>
          </ac:spMkLst>
        </pc:spChg>
        <pc:picChg chg="mod">
          <ac:chgData name="민영 최" userId="2e27e2dc12aba3df" providerId="LiveId" clId="{EE8EFF6B-BB2A-48D0-B600-7012680B1A5B}" dt="2026-05-05T18:04:00.400" v="2329" actId="1076"/>
          <ac:picMkLst>
            <pc:docMk/>
            <pc:sldMk cId="3435090037" sldId="262"/>
            <ac:picMk id="5" creationId="{00000000-0000-0000-0000-000000000000}"/>
          </ac:picMkLst>
        </pc:picChg>
        <pc:cxnChg chg="add mod">
          <ac:chgData name="민영 최" userId="2e27e2dc12aba3df" providerId="LiveId" clId="{EE8EFF6B-BB2A-48D0-B600-7012680B1A5B}" dt="2026-05-05T18:04:21.035" v="2335" actId="14100"/>
          <ac:cxnSpMkLst>
            <pc:docMk/>
            <pc:sldMk cId="3435090037" sldId="262"/>
            <ac:cxnSpMk id="6" creationId="{0CE0F7CD-7011-8275-2EE3-8398F090EFE5}"/>
          </ac:cxnSpMkLst>
        </pc:cxnChg>
      </pc:sldChg>
      <pc:sldChg chg="modSp mod">
        <pc:chgData name="민영 최" userId="2e27e2dc12aba3df" providerId="LiveId" clId="{EE8EFF6B-BB2A-48D0-B600-7012680B1A5B}" dt="2026-05-05T16:25:29.045" v="1434" actId="20577"/>
        <pc:sldMkLst>
          <pc:docMk/>
          <pc:sldMk cId="3362848109" sldId="263"/>
        </pc:sldMkLst>
        <pc:spChg chg="mod">
          <ac:chgData name="민영 최" userId="2e27e2dc12aba3df" providerId="LiveId" clId="{EE8EFF6B-BB2A-48D0-B600-7012680B1A5B}" dt="2026-05-05T16:25:29.045" v="1434" actId="20577"/>
          <ac:spMkLst>
            <pc:docMk/>
            <pc:sldMk cId="3362848109" sldId="263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6:25:34.211" v="1438" actId="20577"/>
        <pc:sldMkLst>
          <pc:docMk/>
          <pc:sldMk cId="3779845588" sldId="264"/>
        </pc:sldMkLst>
        <pc:spChg chg="mod">
          <ac:chgData name="민영 최" userId="2e27e2dc12aba3df" providerId="LiveId" clId="{EE8EFF6B-BB2A-48D0-B600-7012680B1A5B}" dt="2026-05-05T16:25:34.211" v="1438" actId="20577"/>
          <ac:spMkLst>
            <pc:docMk/>
            <pc:sldMk cId="3779845588" sldId="264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8:10:54.017" v="2709" actId="207"/>
        <pc:sldMkLst>
          <pc:docMk/>
          <pc:sldMk cId="2234779751" sldId="265"/>
        </pc:sldMkLst>
        <pc:spChg chg="mod">
          <ac:chgData name="민영 최" userId="2e27e2dc12aba3df" providerId="LiveId" clId="{EE8EFF6B-BB2A-48D0-B600-7012680B1A5B}" dt="2026-05-05T18:06:42.676" v="2377" actId="20577"/>
          <ac:spMkLst>
            <pc:docMk/>
            <pc:sldMk cId="2234779751" sldId="265"/>
            <ac:spMk id="2" creationId="{00000000-0000-0000-0000-000000000000}"/>
          </ac:spMkLst>
        </pc:spChg>
        <pc:spChg chg="mod">
          <ac:chgData name="민영 최" userId="2e27e2dc12aba3df" providerId="LiveId" clId="{EE8EFF6B-BB2A-48D0-B600-7012680B1A5B}" dt="2026-05-05T18:06:51.376" v="2400" actId="20577"/>
          <ac:spMkLst>
            <pc:docMk/>
            <pc:sldMk cId="2234779751" sldId="265"/>
            <ac:spMk id="5" creationId="{00000000-0000-0000-0000-000000000000}"/>
          </ac:spMkLst>
        </pc:spChg>
        <pc:spChg chg="mod">
          <ac:chgData name="민영 최" userId="2e27e2dc12aba3df" providerId="LiveId" clId="{EE8EFF6B-BB2A-48D0-B600-7012680B1A5B}" dt="2026-05-05T18:10:54.017" v="2709" actId="207"/>
          <ac:spMkLst>
            <pc:docMk/>
            <pc:sldMk cId="2234779751" sldId="265"/>
            <ac:spMk id="6" creationId="{00000000-0000-0000-0000-000000000000}"/>
          </ac:spMkLst>
        </pc:spChg>
        <pc:picChg chg="mod">
          <ac:chgData name="민영 최" userId="2e27e2dc12aba3df" providerId="LiveId" clId="{EE8EFF6B-BB2A-48D0-B600-7012680B1A5B}" dt="2026-05-05T18:08:27.122" v="2401" actId="14826"/>
          <ac:picMkLst>
            <pc:docMk/>
            <pc:sldMk cId="2234779751" sldId="265"/>
            <ac:picMk id="4" creationId="{00000000-0000-0000-0000-000000000000}"/>
          </ac:picMkLst>
        </pc:picChg>
      </pc:sldChg>
      <pc:sldChg chg="modSp mod">
        <pc:chgData name="민영 최" userId="2e27e2dc12aba3df" providerId="LiveId" clId="{EE8EFF6B-BB2A-48D0-B600-7012680B1A5B}" dt="2026-05-05T18:12:29.526" v="2789" actId="20577"/>
        <pc:sldMkLst>
          <pc:docMk/>
          <pc:sldMk cId="436751560" sldId="266"/>
        </pc:sldMkLst>
        <pc:spChg chg="mod">
          <ac:chgData name="민영 최" userId="2e27e2dc12aba3df" providerId="LiveId" clId="{EE8EFF6B-BB2A-48D0-B600-7012680B1A5B}" dt="2026-05-05T18:12:29.526" v="2789" actId="20577"/>
          <ac:spMkLst>
            <pc:docMk/>
            <pc:sldMk cId="436751560" sldId="266"/>
            <ac:spMk id="2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9:14.277" v="1970" actId="20577"/>
          <ac:spMkLst>
            <pc:docMk/>
            <pc:sldMk cId="436751560" sldId="266"/>
            <ac:spMk id="8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9:19.294" v="1977" actId="20577"/>
          <ac:spMkLst>
            <pc:docMk/>
            <pc:sldMk cId="436751560" sldId="266"/>
            <ac:spMk id="9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9:21.766" v="1982" actId="20577"/>
          <ac:spMkLst>
            <pc:docMk/>
            <pc:sldMk cId="436751560" sldId="266"/>
            <ac:spMk id="10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9:26.077" v="1987" actId="20577"/>
          <ac:spMkLst>
            <pc:docMk/>
            <pc:sldMk cId="436751560" sldId="266"/>
            <ac:spMk id="11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9:11.281" v="1965" actId="20577"/>
          <ac:spMkLst>
            <pc:docMk/>
            <pc:sldMk cId="436751560" sldId="266"/>
            <ac:spMk id="1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6:25:31.588" v="1436" actId="20577"/>
        <pc:sldMkLst>
          <pc:docMk/>
          <pc:sldMk cId="1511478343" sldId="268"/>
        </pc:sldMkLst>
        <pc:spChg chg="mod">
          <ac:chgData name="민영 최" userId="2e27e2dc12aba3df" providerId="LiveId" clId="{EE8EFF6B-BB2A-48D0-B600-7012680B1A5B}" dt="2026-05-05T16:25:31.588" v="1436" actId="20577"/>
          <ac:spMkLst>
            <pc:docMk/>
            <pc:sldMk cId="1511478343" sldId="268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6:25:37.803" v="1440" actId="20577"/>
        <pc:sldMkLst>
          <pc:docMk/>
          <pc:sldMk cId="870255898" sldId="269"/>
        </pc:sldMkLst>
        <pc:spChg chg="mod">
          <ac:chgData name="민영 최" userId="2e27e2dc12aba3df" providerId="LiveId" clId="{EE8EFF6B-BB2A-48D0-B600-7012680B1A5B}" dt="2026-05-05T16:25:37.803" v="1440" actId="20577"/>
          <ac:spMkLst>
            <pc:docMk/>
            <pc:sldMk cId="870255898" sldId="269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6:25:40.313" v="1442" actId="20577"/>
        <pc:sldMkLst>
          <pc:docMk/>
          <pc:sldMk cId="1616783102" sldId="270"/>
        </pc:sldMkLst>
        <pc:spChg chg="mod">
          <ac:chgData name="민영 최" userId="2e27e2dc12aba3df" providerId="LiveId" clId="{EE8EFF6B-BB2A-48D0-B600-7012680B1A5B}" dt="2026-05-05T16:25:40.313" v="1442" actId="20577"/>
          <ac:spMkLst>
            <pc:docMk/>
            <pc:sldMk cId="1616783102" sldId="270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6:25:42.963" v="1444" actId="20577"/>
        <pc:sldMkLst>
          <pc:docMk/>
          <pc:sldMk cId="2058864049" sldId="271"/>
        </pc:sldMkLst>
        <pc:spChg chg="mod">
          <ac:chgData name="민영 최" userId="2e27e2dc12aba3df" providerId="LiveId" clId="{EE8EFF6B-BB2A-48D0-B600-7012680B1A5B}" dt="2026-05-05T16:25:42.963" v="1444" actId="20577"/>
          <ac:spMkLst>
            <pc:docMk/>
            <pc:sldMk cId="2058864049" sldId="271"/>
            <ac:spMk id="2" creationId="{00000000-0000-0000-0000-000000000000}"/>
          </ac:spMkLst>
        </pc:spChg>
      </pc:sldChg>
      <pc:sldChg chg="modSp mod">
        <pc:chgData name="민영 최" userId="2e27e2dc12aba3df" providerId="LiveId" clId="{EE8EFF6B-BB2A-48D0-B600-7012680B1A5B}" dt="2026-05-05T17:48:49.635" v="1945" actId="1076"/>
        <pc:sldMkLst>
          <pc:docMk/>
          <pc:sldMk cId="785180430" sldId="272"/>
        </pc:sldMkLst>
        <pc:spChg chg="mod">
          <ac:chgData name="민영 최" userId="2e27e2dc12aba3df" providerId="LiveId" clId="{EE8EFF6B-BB2A-48D0-B600-7012680B1A5B}" dt="2026-05-05T16:26:14.368" v="1478" actId="20577"/>
          <ac:spMkLst>
            <pc:docMk/>
            <pc:sldMk cId="785180430" sldId="272"/>
            <ac:spMk id="2" creationId="{00000000-0000-0000-0000-000000000000}"/>
          </ac:spMkLst>
        </pc:spChg>
        <pc:spChg chg="mod">
          <ac:chgData name="민영 최" userId="2e27e2dc12aba3df" providerId="LiveId" clId="{EE8EFF6B-BB2A-48D0-B600-7012680B1A5B}" dt="2026-05-05T17:48:49.635" v="1945" actId="1076"/>
          <ac:spMkLst>
            <pc:docMk/>
            <pc:sldMk cId="785180430" sldId="272"/>
            <ac:spMk id="7" creationId="{00000000-0000-0000-0000-000000000000}"/>
          </ac:spMkLst>
        </pc:spChg>
      </pc:sldChg>
      <pc:sldChg chg="addSp delSp modSp add del mod">
        <pc:chgData name="민영 최" userId="2e27e2dc12aba3df" providerId="LiveId" clId="{EE8EFF6B-BB2A-48D0-B600-7012680B1A5B}" dt="2026-05-05T17:49:34.530" v="1989" actId="14100"/>
        <pc:sldMkLst>
          <pc:docMk/>
          <pc:sldMk cId="2565914409" sldId="275"/>
        </pc:sldMkLst>
        <pc:spChg chg="mod">
          <ac:chgData name="민영 최" userId="2e27e2dc12aba3df" providerId="LiveId" clId="{EE8EFF6B-BB2A-48D0-B600-7012680B1A5B}" dt="2026-05-05T16:30:20.432" v="1554" actId="20577"/>
          <ac:spMkLst>
            <pc:docMk/>
            <pc:sldMk cId="2565914409" sldId="275"/>
            <ac:spMk id="2" creationId="{00000000-0000-0000-0000-000000000000}"/>
          </ac:spMkLst>
        </pc:spChg>
        <pc:spChg chg="del">
          <ac:chgData name="민영 최" userId="2e27e2dc12aba3df" providerId="LiveId" clId="{EE8EFF6B-BB2A-48D0-B600-7012680B1A5B}" dt="2026-05-05T16:11:41.498" v="801" actId="478"/>
          <ac:spMkLst>
            <pc:docMk/>
            <pc:sldMk cId="2565914409" sldId="275"/>
            <ac:spMk id="3" creationId="{00000000-0000-0000-0000-000000000000}"/>
          </ac:spMkLst>
        </pc:spChg>
        <pc:spChg chg="add del mod">
          <ac:chgData name="민영 최" userId="2e27e2dc12aba3df" providerId="LiveId" clId="{EE8EFF6B-BB2A-48D0-B600-7012680B1A5B}" dt="2026-05-05T16:11:44.095" v="802" actId="478"/>
          <ac:spMkLst>
            <pc:docMk/>
            <pc:sldMk cId="2565914409" sldId="275"/>
            <ac:spMk id="6" creationId="{E486418D-AB10-DB6F-C049-57C65582B900}"/>
          </ac:spMkLst>
        </pc:spChg>
        <pc:spChg chg="add mod">
          <ac:chgData name="민영 최" userId="2e27e2dc12aba3df" providerId="LiveId" clId="{EE8EFF6B-BB2A-48D0-B600-7012680B1A5B}" dt="2026-05-05T16:21:56.183" v="1251" actId="14100"/>
          <ac:spMkLst>
            <pc:docMk/>
            <pc:sldMk cId="2565914409" sldId="275"/>
            <ac:spMk id="7" creationId="{3517D05B-80D0-5998-5FBD-0EF06E286D57}"/>
          </ac:spMkLst>
        </pc:spChg>
        <pc:spChg chg="add mod">
          <ac:chgData name="민영 최" userId="2e27e2dc12aba3df" providerId="LiveId" clId="{EE8EFF6B-BB2A-48D0-B600-7012680B1A5B}" dt="2026-05-05T17:49:34.530" v="1989" actId="14100"/>
          <ac:spMkLst>
            <pc:docMk/>
            <pc:sldMk cId="2565914409" sldId="275"/>
            <ac:spMk id="12" creationId="{96965024-291E-B9FF-D894-8BFEEFF0B1B5}"/>
          </ac:spMkLst>
        </pc:spChg>
        <pc:graphicFrameChg chg="add mod modGraphic">
          <ac:chgData name="민영 최" userId="2e27e2dc12aba3df" providerId="LiveId" clId="{EE8EFF6B-BB2A-48D0-B600-7012680B1A5B}" dt="2026-05-05T16:24:45.623" v="1419" actId="1076"/>
          <ac:graphicFrameMkLst>
            <pc:docMk/>
            <pc:sldMk cId="2565914409" sldId="275"/>
            <ac:graphicFrameMk id="13" creationId="{1AD518D1-7B55-BF4F-B2AC-05D19F8A035C}"/>
          </ac:graphicFrameMkLst>
        </pc:graphicFrameChg>
        <pc:graphicFrameChg chg="add del mod">
          <ac:chgData name="민영 최" userId="2e27e2dc12aba3df" providerId="LiveId" clId="{EE8EFF6B-BB2A-48D0-B600-7012680B1A5B}" dt="2026-05-05T16:21:09.792" v="1237" actId="478"/>
          <ac:graphicFrameMkLst>
            <pc:docMk/>
            <pc:sldMk cId="2565914409" sldId="275"/>
            <ac:graphicFrameMk id="18" creationId="{A3A4B11F-70BF-035B-0595-64B02B9002D6}"/>
          </ac:graphicFrameMkLst>
        </pc:graphicFrameChg>
        <pc:graphicFrameChg chg="add mod modGraphic">
          <ac:chgData name="민영 최" userId="2e27e2dc12aba3df" providerId="LiveId" clId="{EE8EFF6B-BB2A-48D0-B600-7012680B1A5B}" dt="2026-05-05T16:24:51.255" v="1420" actId="1076"/>
          <ac:graphicFrameMkLst>
            <pc:docMk/>
            <pc:sldMk cId="2565914409" sldId="275"/>
            <ac:graphicFrameMk id="19" creationId="{259BE4BB-06AE-B196-47B2-E784099AB5B0}"/>
          </ac:graphicFrameMkLst>
        </pc:graphicFrameChg>
        <pc:picChg chg="mod">
          <ac:chgData name="민영 최" userId="2e27e2dc12aba3df" providerId="LiveId" clId="{EE8EFF6B-BB2A-48D0-B600-7012680B1A5B}" dt="2026-05-05T16:21:43.953" v="1246" actId="14100"/>
          <ac:picMkLst>
            <pc:docMk/>
            <pc:sldMk cId="2565914409" sldId="275"/>
            <ac:picMk id="4" creationId="{00000000-0000-0000-0000-000000000000}"/>
          </ac:picMkLst>
        </pc:picChg>
        <pc:cxnChg chg="add del mod">
          <ac:chgData name="민영 최" userId="2e27e2dc12aba3df" providerId="LiveId" clId="{EE8EFF6B-BB2A-48D0-B600-7012680B1A5B}" dt="2026-05-05T16:19:03.675" v="1185" actId="478"/>
          <ac:cxnSpMkLst>
            <pc:docMk/>
            <pc:sldMk cId="2565914409" sldId="275"/>
            <ac:cxnSpMk id="9" creationId="{0E0E3659-5475-EB50-46AF-0B9A0B34AC7B}"/>
          </ac:cxnSpMkLst>
        </pc:cxnChg>
        <pc:cxnChg chg="add del mod">
          <ac:chgData name="민영 최" userId="2e27e2dc12aba3df" providerId="LiveId" clId="{EE8EFF6B-BB2A-48D0-B600-7012680B1A5B}" dt="2026-05-05T16:19:26.972" v="1191" actId="478"/>
          <ac:cxnSpMkLst>
            <pc:docMk/>
            <pc:sldMk cId="2565914409" sldId="275"/>
            <ac:cxnSpMk id="16" creationId="{8F2DD9E8-7EAF-9B5E-D704-F6469B374212}"/>
          </ac:cxnSpMkLst>
        </pc:cxnChg>
      </pc:sldChg>
      <pc:sldChg chg="add del">
        <pc:chgData name="민영 최" userId="2e27e2dc12aba3df" providerId="LiveId" clId="{EE8EFF6B-BB2A-48D0-B600-7012680B1A5B}" dt="2026-05-05T16:26:00.309" v="1454" actId="2696"/>
        <pc:sldMkLst>
          <pc:docMk/>
          <pc:sldMk cId="1276481752" sldId="276"/>
        </pc:sldMkLst>
      </pc:sldChg>
      <pc:sldChg chg="addSp delSp modSp add del mod">
        <pc:chgData name="민영 최" userId="2e27e2dc12aba3df" providerId="LiveId" clId="{EE8EFF6B-BB2A-48D0-B600-7012680B1A5B}" dt="2026-05-05T16:24:54.688" v="1421" actId="2696"/>
        <pc:sldMkLst>
          <pc:docMk/>
          <pc:sldMk cId="2362027981" sldId="276"/>
        </pc:sldMkLst>
        <pc:spChg chg="mod">
          <ac:chgData name="민영 최" userId="2e27e2dc12aba3df" providerId="LiveId" clId="{EE8EFF6B-BB2A-48D0-B600-7012680B1A5B}" dt="2026-05-05T16:20:28.604" v="1223" actId="20577"/>
          <ac:spMkLst>
            <pc:docMk/>
            <pc:sldMk cId="2362027981" sldId="276"/>
            <ac:spMk id="2" creationId="{E1005770-6E20-3654-F93F-E7C10FCE6C72}"/>
          </ac:spMkLst>
        </pc:spChg>
        <pc:spChg chg="del mod">
          <ac:chgData name="민영 최" userId="2e27e2dc12aba3df" providerId="LiveId" clId="{EE8EFF6B-BB2A-48D0-B600-7012680B1A5B}" dt="2026-05-05T16:17:42.647" v="1137" actId="478"/>
          <ac:spMkLst>
            <pc:docMk/>
            <pc:sldMk cId="2362027981" sldId="276"/>
            <ac:spMk id="7" creationId="{700768C1-9A5B-EC74-C5B7-804CE883406F}"/>
          </ac:spMkLst>
        </pc:spChg>
        <pc:spChg chg="del">
          <ac:chgData name="민영 최" userId="2e27e2dc12aba3df" providerId="LiveId" clId="{EE8EFF6B-BB2A-48D0-B600-7012680B1A5B}" dt="2026-05-05T16:16:37.280" v="1127" actId="478"/>
          <ac:spMkLst>
            <pc:docMk/>
            <pc:sldMk cId="2362027981" sldId="276"/>
            <ac:spMk id="12" creationId="{B6359250-AB6C-EF2A-2662-949BABA73D41}"/>
          </ac:spMkLst>
        </pc:spChg>
        <pc:graphicFrameChg chg="add">
          <ac:chgData name="민영 최" userId="2e27e2dc12aba3df" providerId="LiveId" clId="{EE8EFF6B-BB2A-48D0-B600-7012680B1A5B}" dt="2026-05-05T16:17:37.097" v="1135" actId="3680"/>
          <ac:graphicFrameMkLst>
            <pc:docMk/>
            <pc:sldMk cId="2362027981" sldId="276"/>
            <ac:graphicFrameMk id="3" creationId="{FCE89CED-F36E-373C-AD45-913D09278872}"/>
          </ac:graphicFrameMkLst>
        </pc:graphicFrameChg>
        <pc:picChg chg="del mod">
          <ac:chgData name="민영 최" userId="2e27e2dc12aba3df" providerId="LiveId" clId="{EE8EFF6B-BB2A-48D0-B600-7012680B1A5B}" dt="2026-05-05T16:17:40.481" v="1136" actId="478"/>
          <ac:picMkLst>
            <pc:docMk/>
            <pc:sldMk cId="2362027981" sldId="276"/>
            <ac:picMk id="4" creationId="{D560220A-F320-6FFA-0F36-829DD6FA81E2}"/>
          </ac:picMkLst>
        </pc:picChg>
        <pc:cxnChg chg="del">
          <ac:chgData name="민영 최" userId="2e27e2dc12aba3df" providerId="LiveId" clId="{EE8EFF6B-BB2A-48D0-B600-7012680B1A5B}" dt="2026-05-05T16:16:40.884" v="1128" actId="478"/>
          <ac:cxnSpMkLst>
            <pc:docMk/>
            <pc:sldMk cId="2362027981" sldId="276"/>
            <ac:cxnSpMk id="9" creationId="{23CF2335-32A3-CBBD-8EA0-982F086F743F}"/>
          </ac:cxnSpMkLst>
        </pc:cxnChg>
      </pc:sldChg>
      <pc:sldChg chg="modSp add del mod">
        <pc:chgData name="민영 최" userId="2e27e2dc12aba3df" providerId="LiveId" clId="{EE8EFF6B-BB2A-48D0-B600-7012680B1A5B}" dt="2026-05-05T16:16:29.948" v="1125" actId="2696"/>
        <pc:sldMkLst>
          <pc:docMk/>
          <pc:sldMk cId="3095103562" sldId="276"/>
        </pc:sldMkLst>
        <pc:spChg chg="mod">
          <ac:chgData name="민영 최" userId="2e27e2dc12aba3df" providerId="LiveId" clId="{EE8EFF6B-BB2A-48D0-B600-7012680B1A5B}" dt="2026-05-05T16:15:37.996" v="1091" actId="20577"/>
          <ac:spMkLst>
            <pc:docMk/>
            <pc:sldMk cId="3095103562" sldId="276"/>
            <ac:spMk id="2" creationId="{91D5F4CB-AC8A-DB51-3716-DC51951533F6}"/>
          </ac:spMkLst>
        </pc:spChg>
      </pc:sldChg>
      <pc:sldChg chg="addSp delSp modSp add mod">
        <pc:chgData name="민영 최" userId="2e27e2dc12aba3df" providerId="LiveId" clId="{EE8EFF6B-BB2A-48D0-B600-7012680B1A5B}" dt="2026-05-05T17:59:21.126" v="2116" actId="1076"/>
        <pc:sldMkLst>
          <pc:docMk/>
          <pc:sldMk cId="3838784540" sldId="276"/>
        </pc:sldMkLst>
        <pc:spChg chg="mod">
          <ac:chgData name="민영 최" userId="2e27e2dc12aba3df" providerId="LiveId" clId="{EE8EFF6B-BB2A-48D0-B600-7012680B1A5B}" dt="2026-05-05T16:27:19.962" v="1524" actId="20577"/>
          <ac:spMkLst>
            <pc:docMk/>
            <pc:sldMk cId="3838784540" sldId="276"/>
            <ac:spMk id="2" creationId="{CD3A41EC-D2B1-ECF7-A7BF-3E09A6B65883}"/>
          </ac:spMkLst>
        </pc:spChg>
        <pc:spChg chg="add mod">
          <ac:chgData name="민영 최" userId="2e27e2dc12aba3df" providerId="LiveId" clId="{EE8EFF6B-BB2A-48D0-B600-7012680B1A5B}" dt="2026-05-05T17:59:21.126" v="2116" actId="1076"/>
          <ac:spMkLst>
            <pc:docMk/>
            <pc:sldMk cId="3838784540" sldId="276"/>
            <ac:spMk id="3" creationId="{5B15A92D-1C53-3AD2-0CFD-02B3271815D1}"/>
          </ac:spMkLst>
        </pc:spChg>
        <pc:spChg chg="del">
          <ac:chgData name="민영 최" userId="2e27e2dc12aba3df" providerId="LiveId" clId="{EE8EFF6B-BB2A-48D0-B600-7012680B1A5B}" dt="2026-05-05T16:27:29.979" v="1526" actId="478"/>
          <ac:spMkLst>
            <pc:docMk/>
            <pc:sldMk cId="3838784540" sldId="276"/>
            <ac:spMk id="7" creationId="{F683D977-52F7-117D-68AE-56D0CCFE400E}"/>
          </ac:spMkLst>
        </pc:spChg>
        <pc:spChg chg="del">
          <ac:chgData name="민영 최" userId="2e27e2dc12aba3df" providerId="LiveId" clId="{EE8EFF6B-BB2A-48D0-B600-7012680B1A5B}" dt="2026-05-05T17:46:31.592" v="1941" actId="478"/>
          <ac:spMkLst>
            <pc:docMk/>
            <pc:sldMk cId="3838784540" sldId="276"/>
            <ac:spMk id="12" creationId="{BD7DA735-401F-6335-9475-29C23CC05ECD}"/>
          </ac:spMkLst>
        </pc:spChg>
        <pc:graphicFrameChg chg="del">
          <ac:chgData name="민영 최" userId="2e27e2dc12aba3df" providerId="LiveId" clId="{EE8EFF6B-BB2A-48D0-B600-7012680B1A5B}" dt="2026-05-05T16:27:33.173" v="1528" actId="478"/>
          <ac:graphicFrameMkLst>
            <pc:docMk/>
            <pc:sldMk cId="3838784540" sldId="276"/>
            <ac:graphicFrameMk id="13" creationId="{4B9CBF9D-B34D-7D67-1D86-011583BE17A9}"/>
          </ac:graphicFrameMkLst>
        </pc:graphicFrameChg>
        <pc:graphicFrameChg chg="del">
          <ac:chgData name="민영 최" userId="2e27e2dc12aba3df" providerId="LiveId" clId="{EE8EFF6B-BB2A-48D0-B600-7012680B1A5B}" dt="2026-05-05T16:27:31.250" v="1527" actId="478"/>
          <ac:graphicFrameMkLst>
            <pc:docMk/>
            <pc:sldMk cId="3838784540" sldId="276"/>
            <ac:graphicFrameMk id="19" creationId="{3ECD244E-BA9B-8F34-6456-F97FD4624A3E}"/>
          </ac:graphicFrameMkLst>
        </pc:graphicFrameChg>
        <pc:picChg chg="del">
          <ac:chgData name="민영 최" userId="2e27e2dc12aba3df" providerId="LiveId" clId="{EE8EFF6B-BB2A-48D0-B600-7012680B1A5B}" dt="2026-05-05T16:27:28.986" v="1525" actId="478"/>
          <ac:picMkLst>
            <pc:docMk/>
            <pc:sldMk cId="3838784540" sldId="276"/>
            <ac:picMk id="4" creationId="{68CEDC4F-2C0A-6041-3632-DC902D457BE7}"/>
          </ac:picMkLst>
        </pc:picChg>
        <pc:picChg chg="add del mod">
          <ac:chgData name="민영 최" userId="2e27e2dc12aba3df" providerId="LiveId" clId="{EE8EFF6B-BB2A-48D0-B600-7012680B1A5B}" dt="2026-05-05T17:59:18.106" v="2115" actId="478"/>
          <ac:picMkLst>
            <pc:docMk/>
            <pc:sldMk cId="3838784540" sldId="276"/>
            <ac:picMk id="5" creationId="{E06DDFED-2F69-8BBC-E082-FCACE9286194}"/>
          </ac:picMkLst>
        </pc:picChg>
      </pc:sldChg>
      <pc:sldChg chg="delSp modSp del mod">
        <pc:chgData name="민영 최" userId="2e27e2dc12aba3df" providerId="LiveId" clId="{EE8EFF6B-BB2A-48D0-B600-7012680B1A5B}" dt="2026-05-05T17:39:54.451" v="1806" actId="2696"/>
        <pc:sldMkLst>
          <pc:docMk/>
          <pc:sldMk cId="1297078746" sldId="283"/>
        </pc:sldMkLst>
        <pc:spChg chg="del">
          <ac:chgData name="민영 최" userId="2e27e2dc12aba3df" providerId="LiveId" clId="{EE8EFF6B-BB2A-48D0-B600-7012680B1A5B}" dt="2026-05-05T17:36:17.022" v="1632" actId="478"/>
          <ac:spMkLst>
            <pc:docMk/>
            <pc:sldMk cId="1297078746" sldId="283"/>
            <ac:spMk id="3" creationId="{BB9D2191-6622-73A6-0A4E-8C43F8CD6236}"/>
          </ac:spMkLst>
        </pc:spChg>
        <pc:spChg chg="mod">
          <ac:chgData name="민영 최" userId="2e27e2dc12aba3df" providerId="LiveId" clId="{EE8EFF6B-BB2A-48D0-B600-7012680B1A5B}" dt="2026-05-05T17:37:45.966" v="1681" actId="113"/>
          <ac:spMkLst>
            <pc:docMk/>
            <pc:sldMk cId="1297078746" sldId="283"/>
            <ac:spMk id="5" creationId="{283EAB8C-70B0-5B60-2BD6-0F1535A7D5B2}"/>
          </ac:spMkLst>
        </pc:spChg>
        <pc:spChg chg="mod">
          <ac:chgData name="민영 최" userId="2e27e2dc12aba3df" providerId="LiveId" clId="{EE8EFF6B-BB2A-48D0-B600-7012680B1A5B}" dt="2026-05-05T17:36:04.589" v="1630" actId="20577"/>
          <ac:spMkLst>
            <pc:docMk/>
            <pc:sldMk cId="1297078746" sldId="283"/>
            <ac:spMk id="12" creationId="{68AF5671-EA1A-46A0-137E-C86CA4B5541C}"/>
          </ac:spMkLst>
        </pc:spChg>
        <pc:picChg chg="mod">
          <ac:chgData name="민영 최" userId="2e27e2dc12aba3df" providerId="LiveId" clId="{EE8EFF6B-BB2A-48D0-B600-7012680B1A5B}" dt="2026-05-05T17:36:48.265" v="1644" actId="14100"/>
          <ac:picMkLst>
            <pc:docMk/>
            <pc:sldMk cId="1297078746" sldId="283"/>
            <ac:picMk id="4" creationId="{AD473BB5-9143-28EA-6D4C-007ED3B96442}"/>
          </ac:picMkLst>
        </pc:picChg>
      </pc:sldChg>
      <pc:sldChg chg="modSp add mod">
        <pc:chgData name="민영 최" userId="2e27e2dc12aba3df" providerId="LiveId" clId="{EE8EFF6B-BB2A-48D0-B600-7012680B1A5B}" dt="2026-05-05T17:40:58.183" v="1827" actId="1076"/>
        <pc:sldMkLst>
          <pc:docMk/>
          <pc:sldMk cId="591438750" sldId="284"/>
        </pc:sldMkLst>
        <pc:spChg chg="mod">
          <ac:chgData name="민영 최" userId="2e27e2dc12aba3df" providerId="LiveId" clId="{EE8EFF6B-BB2A-48D0-B600-7012680B1A5B}" dt="2026-05-05T17:40:58.183" v="1827" actId="1076"/>
          <ac:spMkLst>
            <pc:docMk/>
            <pc:sldMk cId="591438750" sldId="284"/>
            <ac:spMk id="5" creationId="{74534C74-4BF7-D725-A73D-A5E1000B4B5C}"/>
          </ac:spMkLst>
        </pc:spChg>
        <pc:spChg chg="mod">
          <ac:chgData name="민영 최" userId="2e27e2dc12aba3df" providerId="LiveId" clId="{EE8EFF6B-BB2A-48D0-B600-7012680B1A5B}" dt="2026-05-05T17:40:01.761" v="1809" actId="207"/>
          <ac:spMkLst>
            <pc:docMk/>
            <pc:sldMk cId="591438750" sldId="284"/>
            <ac:spMk id="12" creationId="{D189A257-4A01-66F3-EC8D-88369A2F2C9B}"/>
          </ac:spMkLst>
        </pc:spChg>
        <pc:picChg chg="mod">
          <ac:chgData name="민영 최" userId="2e27e2dc12aba3df" providerId="LiveId" clId="{EE8EFF6B-BB2A-48D0-B600-7012680B1A5B}" dt="2026-05-05T17:40:56.690" v="1826" actId="14100"/>
          <ac:picMkLst>
            <pc:docMk/>
            <pc:sldMk cId="591438750" sldId="284"/>
            <ac:picMk id="4" creationId="{792A4D5B-D11D-E4B2-9E3F-1841B72E8768}"/>
          </ac:picMkLst>
        </pc:picChg>
      </pc:sldChg>
      <pc:sldChg chg="modSp add mod">
        <pc:chgData name="민영 최" userId="2e27e2dc12aba3df" providerId="LiveId" clId="{EE8EFF6B-BB2A-48D0-B600-7012680B1A5B}" dt="2026-05-05T17:43:49.669" v="1873" actId="207"/>
        <pc:sldMkLst>
          <pc:docMk/>
          <pc:sldMk cId="657639411" sldId="285"/>
        </pc:sldMkLst>
        <pc:spChg chg="mod">
          <ac:chgData name="민영 최" userId="2e27e2dc12aba3df" providerId="LiveId" clId="{EE8EFF6B-BB2A-48D0-B600-7012680B1A5B}" dt="2026-05-05T17:43:49.669" v="1873" actId="207"/>
          <ac:spMkLst>
            <pc:docMk/>
            <pc:sldMk cId="657639411" sldId="285"/>
            <ac:spMk id="5" creationId="{5E9E98CD-E100-1710-ABC4-7A7CD86C4616}"/>
          </ac:spMkLst>
        </pc:spChg>
        <pc:spChg chg="mod">
          <ac:chgData name="민영 최" userId="2e27e2dc12aba3df" providerId="LiveId" clId="{EE8EFF6B-BB2A-48D0-B600-7012680B1A5B}" dt="2026-05-05T17:41:08.750" v="1848" actId="20577"/>
          <ac:spMkLst>
            <pc:docMk/>
            <pc:sldMk cId="657639411" sldId="285"/>
            <ac:spMk id="12" creationId="{5BF9E736-FC44-6086-CD82-F5D3664FAAC0}"/>
          </ac:spMkLst>
        </pc:spChg>
        <pc:picChg chg="mod">
          <ac:chgData name="민영 최" userId="2e27e2dc12aba3df" providerId="LiveId" clId="{EE8EFF6B-BB2A-48D0-B600-7012680B1A5B}" dt="2026-05-05T17:40:49.612" v="1823" actId="1076"/>
          <ac:picMkLst>
            <pc:docMk/>
            <pc:sldMk cId="657639411" sldId="285"/>
            <ac:picMk id="4" creationId="{CCA09062-2FA4-3405-C99C-8BC54E5B4BAF}"/>
          </ac:picMkLst>
        </pc:picChg>
      </pc:sldChg>
      <pc:sldChg chg="modSp add mod">
        <pc:chgData name="민영 최" userId="2e27e2dc12aba3df" providerId="LiveId" clId="{EE8EFF6B-BB2A-48D0-B600-7012680B1A5B}" dt="2026-05-05T17:46:22.138" v="1940" actId="113"/>
        <pc:sldMkLst>
          <pc:docMk/>
          <pc:sldMk cId="455171284" sldId="286"/>
        </pc:sldMkLst>
        <pc:spChg chg="mod">
          <ac:chgData name="민영 최" userId="2e27e2dc12aba3df" providerId="LiveId" clId="{EE8EFF6B-BB2A-48D0-B600-7012680B1A5B}" dt="2026-05-05T17:46:22.138" v="1940" actId="113"/>
          <ac:spMkLst>
            <pc:docMk/>
            <pc:sldMk cId="455171284" sldId="286"/>
            <ac:spMk id="5" creationId="{232B0717-CA13-C2F6-3D03-FE18DAFE91A5}"/>
          </ac:spMkLst>
        </pc:spChg>
        <pc:spChg chg="mod">
          <ac:chgData name="민영 최" userId="2e27e2dc12aba3df" providerId="LiveId" clId="{EE8EFF6B-BB2A-48D0-B600-7012680B1A5B}" dt="2026-05-05T17:45:19.440" v="1913" actId="20577"/>
          <ac:spMkLst>
            <pc:docMk/>
            <pc:sldMk cId="455171284" sldId="286"/>
            <ac:spMk id="12" creationId="{B109FE0E-640B-A367-2B78-E0D7293C5EF0}"/>
          </ac:spMkLst>
        </pc:spChg>
        <pc:picChg chg="mod">
          <ac:chgData name="민영 최" userId="2e27e2dc12aba3df" providerId="LiveId" clId="{EE8EFF6B-BB2A-48D0-B600-7012680B1A5B}" dt="2026-05-05T17:44:21.336" v="1886" actId="1076"/>
          <ac:picMkLst>
            <pc:docMk/>
            <pc:sldMk cId="455171284" sldId="286"/>
            <ac:picMk id="4" creationId="{0699D044-A12B-BD5C-48A6-1E4FAA195E0D}"/>
          </ac:picMkLst>
        </pc:picChg>
      </pc:sldChg>
      <pc:sldChg chg="addSp delSp modSp add mod">
        <pc:chgData name="민영 최" userId="2e27e2dc12aba3df" providerId="LiveId" clId="{EE8EFF6B-BB2A-48D0-B600-7012680B1A5B}" dt="2026-05-05T18:02:35.784" v="2323" actId="1076"/>
        <pc:sldMkLst>
          <pc:docMk/>
          <pc:sldMk cId="146535013" sldId="287"/>
        </pc:sldMkLst>
        <pc:spChg chg="del mod">
          <ac:chgData name="민영 최" userId="2e27e2dc12aba3df" providerId="LiveId" clId="{EE8EFF6B-BB2A-48D0-B600-7012680B1A5B}" dt="2026-05-05T17:59:11.499" v="2110" actId="478"/>
          <ac:spMkLst>
            <pc:docMk/>
            <pc:sldMk cId="146535013" sldId="287"/>
            <ac:spMk id="3" creationId="{F1ABE526-08E0-79B7-7005-EA231D032662}"/>
          </ac:spMkLst>
        </pc:spChg>
        <pc:spChg chg="add mod">
          <ac:chgData name="민영 최" userId="2e27e2dc12aba3df" providerId="LiveId" clId="{EE8EFF6B-BB2A-48D0-B600-7012680B1A5B}" dt="2026-05-05T18:02:12.174" v="2316" actId="1076"/>
          <ac:spMkLst>
            <pc:docMk/>
            <pc:sldMk cId="146535013" sldId="287"/>
            <ac:spMk id="7" creationId="{6BC888B2-75AF-7B23-C57E-B8BA63D8FEF1}"/>
          </ac:spMkLst>
        </pc:spChg>
        <pc:spChg chg="add mod">
          <ac:chgData name="민영 최" userId="2e27e2dc12aba3df" providerId="LiveId" clId="{EE8EFF6B-BB2A-48D0-B600-7012680B1A5B}" dt="2026-05-05T18:02:35.784" v="2323" actId="1076"/>
          <ac:spMkLst>
            <pc:docMk/>
            <pc:sldMk cId="146535013" sldId="287"/>
            <ac:spMk id="9" creationId="{E35D5E75-BFD4-02BC-9749-7DC55B670BD0}"/>
          </ac:spMkLst>
        </pc:spChg>
        <pc:picChg chg="mod">
          <ac:chgData name="민영 최" userId="2e27e2dc12aba3df" providerId="LiveId" clId="{EE8EFF6B-BB2A-48D0-B600-7012680B1A5B}" dt="2026-05-05T18:01:59.784" v="2309" actId="14100"/>
          <ac:picMkLst>
            <pc:docMk/>
            <pc:sldMk cId="146535013" sldId="287"/>
            <ac:picMk id="5" creationId="{9A9EADA0-9795-C6ED-6069-64F79D78DEF9}"/>
          </ac:picMkLst>
        </pc:picChg>
        <pc:picChg chg="add mod">
          <ac:chgData name="민영 최" userId="2e27e2dc12aba3df" providerId="LiveId" clId="{EE8EFF6B-BB2A-48D0-B600-7012680B1A5B}" dt="2026-05-05T18:02:08.530" v="2315" actId="14100"/>
          <ac:picMkLst>
            <pc:docMk/>
            <pc:sldMk cId="146535013" sldId="287"/>
            <ac:picMk id="6" creationId="{9722751E-B524-EBE8-946E-5F10AD5A906B}"/>
          </ac:picMkLst>
        </pc:picChg>
        <pc:picChg chg="add mod">
          <ac:chgData name="민영 최" userId="2e27e2dc12aba3df" providerId="LiveId" clId="{EE8EFF6B-BB2A-48D0-B600-7012680B1A5B}" dt="2026-05-05T18:02:17.887" v="2319" actId="14100"/>
          <ac:picMkLst>
            <pc:docMk/>
            <pc:sldMk cId="146535013" sldId="287"/>
            <ac:picMk id="8" creationId="{ED3C299F-1341-8100-B6C1-8F462DA96ECA}"/>
          </ac:picMkLst>
        </pc:picChg>
      </pc:sldChg>
      <pc:sldChg chg="addSp delSp modSp add del mod">
        <pc:chgData name="민영 최" userId="2e27e2dc12aba3df" providerId="LiveId" clId="{EE8EFF6B-BB2A-48D0-B600-7012680B1A5B}" dt="2026-05-05T18:02:40.477" v="2324" actId="2696"/>
        <pc:sldMkLst>
          <pc:docMk/>
          <pc:sldMk cId="338041712" sldId="288"/>
        </pc:sldMkLst>
        <pc:spChg chg="mod">
          <ac:chgData name="민영 최" userId="2e27e2dc12aba3df" providerId="LiveId" clId="{EE8EFF6B-BB2A-48D0-B600-7012680B1A5B}" dt="2026-05-05T18:01:21.767" v="2302" actId="20577"/>
          <ac:spMkLst>
            <pc:docMk/>
            <pc:sldMk cId="338041712" sldId="288"/>
            <ac:spMk id="7" creationId="{1310D096-2EF9-5666-C3BE-C8C2FE5AC25D}"/>
          </ac:spMkLst>
        </pc:spChg>
        <pc:picChg chg="add mod">
          <ac:chgData name="민영 최" userId="2e27e2dc12aba3df" providerId="LiveId" clId="{EE8EFF6B-BB2A-48D0-B600-7012680B1A5B}" dt="2026-05-05T18:01:51.775" v="2305" actId="1076"/>
          <ac:picMkLst>
            <pc:docMk/>
            <pc:sldMk cId="338041712" sldId="288"/>
            <ac:picMk id="4" creationId="{3B98D7FE-5B0F-383B-BE12-EB7498A09E77}"/>
          </ac:picMkLst>
        </pc:picChg>
        <pc:picChg chg="del">
          <ac:chgData name="민영 최" userId="2e27e2dc12aba3df" providerId="LiveId" clId="{EE8EFF6B-BB2A-48D0-B600-7012680B1A5B}" dt="2026-05-05T18:00:43.571" v="2180" actId="478"/>
          <ac:picMkLst>
            <pc:docMk/>
            <pc:sldMk cId="338041712" sldId="288"/>
            <ac:picMk id="5" creationId="{1AFE7A89-80A9-0E2D-17B1-AA24DDCA3193}"/>
          </ac:picMkLst>
        </pc:picChg>
        <pc:picChg chg="del">
          <ac:chgData name="민영 최" userId="2e27e2dc12aba3df" providerId="LiveId" clId="{EE8EFF6B-BB2A-48D0-B600-7012680B1A5B}" dt="2026-05-05T18:00:45.044" v="2181" actId="478"/>
          <ac:picMkLst>
            <pc:docMk/>
            <pc:sldMk cId="338041712" sldId="288"/>
            <ac:picMk id="6" creationId="{A0635E37-6D50-A8C5-0F7A-DB99B66D36AA}"/>
          </ac:picMkLst>
        </pc:picChg>
      </pc:sldChg>
      <pc:sldChg chg="add">
        <pc:chgData name="민영 최" userId="2e27e2dc12aba3df" providerId="LiveId" clId="{EE8EFF6B-BB2A-48D0-B600-7012680B1A5B}" dt="2026-05-05T18:06:36.543" v="2362" actId="2890"/>
        <pc:sldMkLst>
          <pc:docMk/>
          <pc:sldMk cId="360084720" sldId="288"/>
        </pc:sldMkLst>
      </pc:sldChg>
      <pc:sldChg chg="addSp delSp modSp add mod">
        <pc:chgData name="민영 최" userId="2e27e2dc12aba3df" providerId="LiveId" clId="{EE8EFF6B-BB2A-48D0-B600-7012680B1A5B}" dt="2026-05-05T18:28:22.519" v="3239" actId="20577"/>
        <pc:sldMkLst>
          <pc:docMk/>
          <pc:sldMk cId="253039513" sldId="289"/>
        </pc:sldMkLst>
        <pc:spChg chg="mod">
          <ac:chgData name="민영 최" userId="2e27e2dc12aba3df" providerId="LiveId" clId="{EE8EFF6B-BB2A-48D0-B600-7012680B1A5B}" dt="2026-05-05T18:11:51.402" v="2728" actId="20577"/>
          <ac:spMkLst>
            <pc:docMk/>
            <pc:sldMk cId="253039513" sldId="289"/>
            <ac:spMk id="2" creationId="{00000000-0000-0000-0000-000000000000}"/>
          </ac:spMkLst>
        </pc:spChg>
        <pc:spChg chg="del">
          <ac:chgData name="민영 최" userId="2e27e2dc12aba3df" providerId="LiveId" clId="{EE8EFF6B-BB2A-48D0-B600-7012680B1A5B}" dt="2026-05-05T18:11:54.178" v="2729" actId="478"/>
          <ac:spMkLst>
            <pc:docMk/>
            <pc:sldMk cId="253039513" sldId="289"/>
            <ac:spMk id="3" creationId="{00000000-0000-0000-0000-000000000000}"/>
          </ac:spMkLst>
        </pc:spChg>
        <pc:spChg chg="add del mod">
          <ac:chgData name="민영 최" userId="2e27e2dc12aba3df" providerId="LiveId" clId="{EE8EFF6B-BB2A-48D0-B600-7012680B1A5B}" dt="2026-05-05T18:11:56.471" v="2730" actId="478"/>
          <ac:spMkLst>
            <pc:docMk/>
            <pc:sldMk cId="253039513" sldId="289"/>
            <ac:spMk id="6" creationId="{33D63C54-E7EE-37FE-5DAF-395B877EF515}"/>
          </ac:spMkLst>
        </pc:spChg>
        <pc:spChg chg="add mod">
          <ac:chgData name="민영 최" userId="2e27e2dc12aba3df" providerId="LiveId" clId="{EE8EFF6B-BB2A-48D0-B600-7012680B1A5B}" dt="2026-05-05T18:28:22.519" v="3239" actId="20577"/>
          <ac:spMkLst>
            <pc:docMk/>
            <pc:sldMk cId="253039513" sldId="289"/>
            <ac:spMk id="8" creationId="{0D2998C7-A4A1-0EDE-6300-7FDCBAA5B810}"/>
          </ac:spMkLst>
        </pc:spChg>
        <pc:picChg chg="mod">
          <ac:chgData name="민영 최" userId="2e27e2dc12aba3df" providerId="LiveId" clId="{EE8EFF6B-BB2A-48D0-B600-7012680B1A5B}" dt="2026-05-05T18:12:08.450" v="2737" actId="1076"/>
          <ac:picMkLst>
            <pc:docMk/>
            <pc:sldMk cId="253039513" sldId="289"/>
            <ac:picMk id="4" creationId="{00000000-0000-0000-0000-000000000000}"/>
          </ac:picMkLst>
        </pc:picChg>
      </pc:sldChg>
      <pc:sldChg chg="delSp modSp add del mod">
        <pc:chgData name="민영 최" userId="2e27e2dc12aba3df" providerId="LiveId" clId="{EE8EFF6B-BB2A-48D0-B600-7012680B1A5B}" dt="2026-05-05T18:11:37.123" v="2717" actId="2696"/>
        <pc:sldMkLst>
          <pc:docMk/>
          <pc:sldMk cId="4054417075" sldId="289"/>
        </pc:sldMkLst>
        <pc:spChg chg="mod">
          <ac:chgData name="민영 최" userId="2e27e2dc12aba3df" providerId="LiveId" clId="{EE8EFF6B-BB2A-48D0-B600-7012680B1A5B}" dt="2026-05-05T18:11:30.316" v="2715" actId="20577"/>
          <ac:spMkLst>
            <pc:docMk/>
            <pc:sldMk cId="4054417075" sldId="289"/>
            <ac:spMk id="2" creationId="{25C85646-B25E-17F0-6D83-EF1DDA1061AD}"/>
          </ac:spMkLst>
        </pc:spChg>
        <pc:picChg chg="del">
          <ac:chgData name="민영 최" userId="2e27e2dc12aba3df" providerId="LiveId" clId="{EE8EFF6B-BB2A-48D0-B600-7012680B1A5B}" dt="2026-05-05T18:11:33.063" v="2716" actId="478"/>
          <ac:picMkLst>
            <pc:docMk/>
            <pc:sldMk cId="4054417075" sldId="289"/>
            <ac:picMk id="4" creationId="{68EECA8A-6263-8750-4360-0BFF33C3214B}"/>
          </ac:picMkLst>
        </pc:picChg>
      </pc:sldChg>
      <pc:sldChg chg="addSp delSp modSp add mod">
        <pc:chgData name="민영 최" userId="2e27e2dc12aba3df" providerId="LiveId" clId="{EE8EFF6B-BB2A-48D0-B600-7012680B1A5B}" dt="2026-05-05T18:23:53.070" v="2973" actId="20578"/>
        <pc:sldMkLst>
          <pc:docMk/>
          <pc:sldMk cId="673915250" sldId="290"/>
        </pc:sldMkLst>
        <pc:spChg chg="mod">
          <ac:chgData name="민영 최" userId="2e27e2dc12aba3df" providerId="LiveId" clId="{EE8EFF6B-BB2A-48D0-B600-7012680B1A5B}" dt="2026-05-05T18:12:21.432" v="2769" actId="20577"/>
          <ac:spMkLst>
            <pc:docMk/>
            <pc:sldMk cId="673915250" sldId="290"/>
            <ac:spMk id="2" creationId="{D6FF79C2-24C2-E613-4953-15793B72F1CE}"/>
          </ac:spMkLst>
        </pc:spChg>
        <pc:spChg chg="add del mod">
          <ac:chgData name="민영 최" userId="2e27e2dc12aba3df" providerId="LiveId" clId="{EE8EFF6B-BB2A-48D0-B600-7012680B1A5B}" dt="2026-05-05T18:23:37.787" v="2967" actId="478"/>
          <ac:spMkLst>
            <pc:docMk/>
            <pc:sldMk cId="673915250" sldId="290"/>
            <ac:spMk id="10" creationId="{2AFDD2A1-1780-1310-F3C3-45B3229A8F50}"/>
          </ac:spMkLst>
        </pc:spChg>
        <pc:spChg chg="add mod">
          <ac:chgData name="민영 최" userId="2e27e2dc12aba3df" providerId="LiveId" clId="{EE8EFF6B-BB2A-48D0-B600-7012680B1A5B}" dt="2026-05-05T18:23:53.070" v="2973" actId="20578"/>
          <ac:spMkLst>
            <pc:docMk/>
            <pc:sldMk cId="673915250" sldId="290"/>
            <ac:spMk id="12" creationId="{F71C9455-3B79-7233-C0FB-DA78BE4C4759}"/>
          </ac:spMkLst>
        </pc:spChg>
        <pc:picChg chg="del">
          <ac:chgData name="민영 최" userId="2e27e2dc12aba3df" providerId="LiveId" clId="{EE8EFF6B-BB2A-48D0-B600-7012680B1A5B}" dt="2026-05-05T18:12:34.525" v="2790" actId="478"/>
          <ac:picMkLst>
            <pc:docMk/>
            <pc:sldMk cId="673915250" sldId="290"/>
            <ac:picMk id="4" creationId="{707D67B6-C514-45DD-5D91-10E9F731C002}"/>
          </ac:picMkLst>
        </pc:picChg>
        <pc:picChg chg="add mod">
          <ac:chgData name="민영 최" userId="2e27e2dc12aba3df" providerId="LiveId" clId="{EE8EFF6B-BB2A-48D0-B600-7012680B1A5B}" dt="2026-05-05T18:21:37.420" v="2939" actId="14100"/>
          <ac:picMkLst>
            <pc:docMk/>
            <pc:sldMk cId="673915250" sldId="290"/>
            <ac:picMk id="5" creationId="{E7B5E0AC-DD92-CD8B-1597-13734726AD97}"/>
          </ac:picMkLst>
        </pc:picChg>
        <pc:picChg chg="add mod">
          <ac:chgData name="민영 최" userId="2e27e2dc12aba3df" providerId="LiveId" clId="{EE8EFF6B-BB2A-48D0-B600-7012680B1A5B}" dt="2026-05-05T18:21:37.420" v="2939" actId="14100"/>
          <ac:picMkLst>
            <pc:docMk/>
            <pc:sldMk cId="673915250" sldId="290"/>
            <ac:picMk id="7" creationId="{D9DF46CE-016D-C348-A803-D80FFE913340}"/>
          </ac:picMkLst>
        </pc:picChg>
        <pc:picChg chg="add mod">
          <ac:chgData name="민영 최" userId="2e27e2dc12aba3df" providerId="LiveId" clId="{EE8EFF6B-BB2A-48D0-B600-7012680B1A5B}" dt="2026-05-05T18:23:39.389" v="2968" actId="1076"/>
          <ac:picMkLst>
            <pc:docMk/>
            <pc:sldMk cId="673915250" sldId="290"/>
            <ac:picMk id="9" creationId="{79BE92DA-6A74-AE93-D14A-7A588D514E70}"/>
          </ac:picMkLst>
        </pc:picChg>
      </pc:sldChg>
      <pc:sldChg chg="modSp add mod ord">
        <pc:chgData name="민영 최" userId="2e27e2dc12aba3df" providerId="LiveId" clId="{EE8EFF6B-BB2A-48D0-B600-7012680B1A5B}" dt="2026-05-05T18:32:15.598" v="3288" actId="113"/>
        <pc:sldMkLst>
          <pc:docMk/>
          <pc:sldMk cId="2869419367" sldId="291"/>
        </pc:sldMkLst>
        <pc:spChg chg="mod">
          <ac:chgData name="민영 최" userId="2e27e2dc12aba3df" providerId="LiveId" clId="{EE8EFF6B-BB2A-48D0-B600-7012680B1A5B}" dt="2026-05-05T18:29:06.878" v="3247" actId="20577"/>
          <ac:spMkLst>
            <pc:docMk/>
            <pc:sldMk cId="2869419367" sldId="291"/>
            <ac:spMk id="2" creationId="{65F42B36-A469-2E4F-F713-45DEB8DD55D4}"/>
          </ac:spMkLst>
        </pc:spChg>
        <pc:spChg chg="mod">
          <ac:chgData name="민영 최" userId="2e27e2dc12aba3df" providerId="LiveId" clId="{EE8EFF6B-BB2A-48D0-B600-7012680B1A5B}" dt="2026-05-05T18:32:15.598" v="3288" actId="113"/>
          <ac:spMkLst>
            <pc:docMk/>
            <pc:sldMk cId="2869419367" sldId="291"/>
            <ac:spMk id="3" creationId="{7CEB208A-3A85-181D-AA40-F40CAD58A086}"/>
          </ac:spMkLst>
        </pc:spChg>
      </pc:sldChg>
      <pc:sldChg chg="addSp delSp modSp add mod">
        <pc:chgData name="민영 최" userId="2e27e2dc12aba3df" providerId="LiveId" clId="{EE8EFF6B-BB2A-48D0-B600-7012680B1A5B}" dt="2026-05-05T18:39:29.673" v="3468" actId="207"/>
        <pc:sldMkLst>
          <pc:docMk/>
          <pc:sldMk cId="2019807230" sldId="292"/>
        </pc:sldMkLst>
        <pc:spChg chg="mod">
          <ac:chgData name="민영 최" userId="2e27e2dc12aba3df" providerId="LiveId" clId="{EE8EFF6B-BB2A-48D0-B600-7012680B1A5B}" dt="2026-05-05T18:32:23.298" v="3303" actId="20577"/>
          <ac:spMkLst>
            <pc:docMk/>
            <pc:sldMk cId="2019807230" sldId="292"/>
            <ac:spMk id="2" creationId="{8AD54432-6CEC-555C-FE0D-2A2F394C1746}"/>
          </ac:spMkLst>
        </pc:spChg>
        <pc:spChg chg="del">
          <ac:chgData name="민영 최" userId="2e27e2dc12aba3df" providerId="LiveId" clId="{EE8EFF6B-BB2A-48D0-B600-7012680B1A5B}" dt="2026-05-05T18:32:27.578" v="3304" actId="478"/>
          <ac:spMkLst>
            <pc:docMk/>
            <pc:sldMk cId="2019807230" sldId="292"/>
            <ac:spMk id="3" creationId="{DCD56686-5B27-41FD-6DF1-D6753BA2A516}"/>
          </ac:spMkLst>
        </pc:spChg>
        <pc:spChg chg="add mod">
          <ac:chgData name="민영 최" userId="2e27e2dc12aba3df" providerId="LiveId" clId="{EE8EFF6B-BB2A-48D0-B600-7012680B1A5B}" dt="2026-05-05T18:39:29.673" v="3468" actId="207"/>
          <ac:spMkLst>
            <pc:docMk/>
            <pc:sldMk cId="2019807230" sldId="292"/>
            <ac:spMk id="4" creationId="{6460BC32-9840-DE9C-BE25-DCAB6E283DF0}"/>
          </ac:spMkLst>
        </pc:spChg>
        <pc:spChg chg="add mod">
          <ac:chgData name="민영 최" userId="2e27e2dc12aba3df" providerId="LiveId" clId="{EE8EFF6B-BB2A-48D0-B600-7012680B1A5B}" dt="2026-05-05T18:35:39.449" v="3359" actId="1076"/>
          <ac:spMkLst>
            <pc:docMk/>
            <pc:sldMk cId="2019807230" sldId="292"/>
            <ac:spMk id="7" creationId="{7FF32939-1E00-BEF5-64A6-7903D60D3625}"/>
          </ac:spMkLst>
        </pc:spChg>
        <pc:picChg chg="add mod">
          <ac:chgData name="민영 최" userId="2e27e2dc12aba3df" providerId="LiveId" clId="{EE8EFF6B-BB2A-48D0-B600-7012680B1A5B}" dt="2026-05-05T18:35:37.089" v="3358" actId="1076"/>
          <ac:picMkLst>
            <pc:docMk/>
            <pc:sldMk cId="2019807230" sldId="292"/>
            <ac:picMk id="6" creationId="{C2990C64-2680-3325-8446-CB052637EDBB}"/>
          </ac:picMkLst>
        </pc:picChg>
      </pc:sldChg>
      <pc:sldChg chg="modSp add mod">
        <pc:chgData name="민영 최" userId="2e27e2dc12aba3df" providerId="LiveId" clId="{EE8EFF6B-BB2A-48D0-B600-7012680B1A5B}" dt="2026-05-05T18:38:48.319" v="3455" actId="113"/>
        <pc:sldMkLst>
          <pc:docMk/>
          <pc:sldMk cId="3460965653" sldId="293"/>
        </pc:sldMkLst>
        <pc:spChg chg="mod">
          <ac:chgData name="민영 최" userId="2e27e2dc12aba3df" providerId="LiveId" clId="{EE8EFF6B-BB2A-48D0-B600-7012680B1A5B}" dt="2026-05-05T18:36:34.691" v="3412" actId="207"/>
          <ac:spMkLst>
            <pc:docMk/>
            <pc:sldMk cId="3460965653" sldId="293"/>
            <ac:spMk id="4" creationId="{63EE7953-4C17-F175-3327-C68D84EFDBE1}"/>
          </ac:spMkLst>
        </pc:spChg>
        <pc:spChg chg="mod">
          <ac:chgData name="민영 최" userId="2e27e2dc12aba3df" providerId="LiveId" clId="{EE8EFF6B-BB2A-48D0-B600-7012680B1A5B}" dt="2026-05-05T18:38:48.319" v="3455" actId="113"/>
          <ac:spMkLst>
            <pc:docMk/>
            <pc:sldMk cId="3460965653" sldId="293"/>
            <ac:spMk id="7" creationId="{C11EC17E-5182-F655-6C58-1515D0A3BFB4}"/>
          </ac:spMkLst>
        </pc:spChg>
        <pc:picChg chg="mod">
          <ac:chgData name="민영 최" userId="2e27e2dc12aba3df" providerId="LiveId" clId="{EE8EFF6B-BB2A-48D0-B600-7012680B1A5B}" dt="2026-05-05T18:36:48.639" v="3418" actId="14100"/>
          <ac:picMkLst>
            <pc:docMk/>
            <pc:sldMk cId="3460965653" sldId="293"/>
            <ac:picMk id="6" creationId="{6738B2F7-35FD-0A32-B1F0-43DD34CA0FB4}"/>
          </ac:picMkLst>
        </pc:picChg>
      </pc:sldChg>
      <pc:sldChg chg="addSp modSp add mod">
        <pc:chgData name="민영 최" userId="2e27e2dc12aba3df" providerId="LiveId" clId="{EE8EFF6B-BB2A-48D0-B600-7012680B1A5B}" dt="2026-05-05T18:42:27.105" v="3554" actId="20577"/>
        <pc:sldMkLst>
          <pc:docMk/>
          <pc:sldMk cId="3932738995" sldId="294"/>
        </pc:sldMkLst>
        <pc:spChg chg="mod">
          <ac:chgData name="민영 최" userId="2e27e2dc12aba3df" providerId="LiveId" clId="{EE8EFF6B-BB2A-48D0-B600-7012680B1A5B}" dt="2026-05-05T18:39:50.563" v="3481" actId="207"/>
          <ac:spMkLst>
            <pc:docMk/>
            <pc:sldMk cId="3932738995" sldId="294"/>
            <ac:spMk id="4" creationId="{BE3A67E2-B96E-2676-4CBF-B56287E83C3C}"/>
          </ac:spMkLst>
        </pc:spChg>
        <pc:spChg chg="mod">
          <ac:chgData name="민영 최" userId="2e27e2dc12aba3df" providerId="LiveId" clId="{EE8EFF6B-BB2A-48D0-B600-7012680B1A5B}" dt="2026-05-05T18:42:27.105" v="3554" actId="20577"/>
          <ac:spMkLst>
            <pc:docMk/>
            <pc:sldMk cId="3932738995" sldId="294"/>
            <ac:spMk id="7" creationId="{24F7BC0F-7C29-D614-2B6A-BCA084AC6992}"/>
          </ac:spMkLst>
        </pc:spChg>
        <pc:picChg chg="mod">
          <ac:chgData name="민영 최" userId="2e27e2dc12aba3df" providerId="LiveId" clId="{EE8EFF6B-BB2A-48D0-B600-7012680B1A5B}" dt="2026-05-05T18:39:07.562" v="3464" actId="14100"/>
          <ac:picMkLst>
            <pc:docMk/>
            <pc:sldMk cId="3932738995" sldId="294"/>
            <ac:picMk id="6" creationId="{B1A629C2-A8E7-91EB-BA86-E3F4050DDC27}"/>
          </ac:picMkLst>
        </pc:picChg>
        <pc:picChg chg="add mod">
          <ac:chgData name="민영 최" userId="2e27e2dc12aba3df" providerId="LiveId" clId="{EE8EFF6B-BB2A-48D0-B600-7012680B1A5B}" dt="2026-05-05T18:40:29.704" v="3492" actId="1076"/>
          <ac:picMkLst>
            <pc:docMk/>
            <pc:sldMk cId="3932738995" sldId="294"/>
            <ac:picMk id="10" creationId="{7090BCB6-3D22-EBC2-CBBD-01450A58F3D6}"/>
          </ac:picMkLst>
        </pc:picChg>
        <pc:picChg chg="add mod">
          <ac:chgData name="민영 최" userId="2e27e2dc12aba3df" providerId="LiveId" clId="{EE8EFF6B-BB2A-48D0-B600-7012680B1A5B}" dt="2026-05-05T18:42:05.229" v="3540" actId="1076"/>
          <ac:picMkLst>
            <pc:docMk/>
            <pc:sldMk cId="3932738995" sldId="294"/>
            <ac:picMk id="14" creationId="{669674C8-AF27-A0CD-E388-59CDA26215C7}"/>
          </ac:picMkLst>
        </pc:picChg>
        <pc:cxnChg chg="add mod">
          <ac:chgData name="민영 최" userId="2e27e2dc12aba3df" providerId="LiveId" clId="{EE8EFF6B-BB2A-48D0-B600-7012680B1A5B}" dt="2026-05-05T18:40:36.133" v="3494" actId="14100"/>
          <ac:cxnSpMkLst>
            <pc:docMk/>
            <pc:sldMk cId="3932738995" sldId="294"/>
            <ac:cxnSpMk id="5" creationId="{AB4C5140-6EEE-9263-2856-4A743EAB3FA7}"/>
          </ac:cxnSpMkLst>
        </pc:cxnChg>
      </pc:sldChg>
      <pc:sldChg chg="addSp delSp modSp add mod">
        <pc:chgData name="민영 최" userId="2e27e2dc12aba3df" providerId="LiveId" clId="{EE8EFF6B-BB2A-48D0-B600-7012680B1A5B}" dt="2026-05-05T18:48:00.834" v="3688" actId="1076"/>
        <pc:sldMkLst>
          <pc:docMk/>
          <pc:sldMk cId="198923921" sldId="295"/>
        </pc:sldMkLst>
        <pc:spChg chg="del">
          <ac:chgData name="민영 최" userId="2e27e2dc12aba3df" providerId="LiveId" clId="{EE8EFF6B-BB2A-48D0-B600-7012680B1A5B}" dt="2026-05-05T18:43:45.922" v="3556" actId="478"/>
          <ac:spMkLst>
            <pc:docMk/>
            <pc:sldMk cId="198923921" sldId="295"/>
            <ac:spMk id="3" creationId="{00000000-0000-0000-0000-000000000000}"/>
          </ac:spMkLst>
        </pc:spChg>
        <pc:spChg chg="add mod">
          <ac:chgData name="민영 최" userId="2e27e2dc12aba3df" providerId="LiveId" clId="{EE8EFF6B-BB2A-48D0-B600-7012680B1A5B}" dt="2026-05-05T18:47:18.473" v="3669" actId="113"/>
          <ac:spMkLst>
            <pc:docMk/>
            <pc:sldMk cId="198923921" sldId="295"/>
            <ac:spMk id="4" creationId="{D3AF00EC-A1B6-BB3E-2194-3AD48C6BF270}"/>
          </ac:spMkLst>
        </pc:spChg>
        <pc:graphicFrameChg chg="add mod modGraphic">
          <ac:chgData name="민영 최" userId="2e27e2dc12aba3df" providerId="LiveId" clId="{EE8EFF6B-BB2A-48D0-B600-7012680B1A5B}" dt="2026-05-05T18:48:00.834" v="3688" actId="1076"/>
          <ac:graphicFrameMkLst>
            <pc:docMk/>
            <pc:sldMk cId="198923921" sldId="295"/>
            <ac:graphicFrameMk id="5" creationId="{95FE5781-F9CA-27E2-B5A4-D30DDD35D6B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23F7D0-84B7-46E2-8A34-675B9FA07E40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A554C-10D8-4677-9854-D3361CEE47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5527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d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부제목 2"/>
          <p:cNvSpPr>
            <a:spLocks noGrp="1"/>
          </p:cNvSpPr>
          <p:nvPr>
            <p:ph type="subTitle" idx="1"/>
          </p:nvPr>
        </p:nvSpPr>
        <p:spPr>
          <a:xfrm>
            <a:off x="9179168" y="4938468"/>
            <a:ext cx="1488831" cy="7296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algn="r"/>
            <a:endParaRPr lang="ko-KR" altLang="en-US" sz="1800" b="1" dirty="0"/>
          </a:p>
        </p:txBody>
      </p:sp>
      <p:sp>
        <p:nvSpPr>
          <p:cNvPr id="8" name="제목 1"/>
          <p:cNvSpPr>
            <a:spLocks noGrp="1"/>
          </p:cNvSpPr>
          <p:nvPr>
            <p:ph type="ctrTitle"/>
          </p:nvPr>
        </p:nvSpPr>
        <p:spPr>
          <a:xfrm>
            <a:off x="1524000" y="2124363"/>
            <a:ext cx="9144000" cy="1385599"/>
          </a:xfrm>
        </p:spPr>
        <p:txBody>
          <a:bodyPr>
            <a:noAutofit/>
          </a:bodyPr>
          <a:lstStyle/>
          <a:p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06869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4478" y="77911"/>
            <a:ext cx="12057184" cy="432043"/>
          </a:xfrm>
        </p:spPr>
        <p:txBody>
          <a:bodyPr>
            <a:normAutofit/>
          </a:bodyPr>
          <a:lstStyle>
            <a:lvl1pPr>
              <a:defRPr sz="25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12057184" cy="61487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-5866" y="536078"/>
            <a:ext cx="10842171" cy="0"/>
          </a:xfrm>
          <a:prstGeom prst="line">
            <a:avLst/>
          </a:prstGeom>
          <a:ln w="28575" cmpd="sng">
            <a:gradFill flip="none" rotWithShape="1">
              <a:gsLst>
                <a:gs pos="0">
                  <a:srgbClr val="002060"/>
                </a:gs>
                <a:gs pos="82000">
                  <a:schemeClr val="accent1">
                    <a:lumMod val="45000"/>
                    <a:lumOff val="55000"/>
                  </a:schemeClr>
                </a:gs>
                <a:gs pos="54000">
                  <a:schemeClr val="accent1">
                    <a:lumMod val="45000"/>
                    <a:lumOff val="55000"/>
                  </a:schemeClr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219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093391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077200" y="4938468"/>
            <a:ext cx="3016370" cy="1233732"/>
          </a:xfrm>
          <a:prstGeom prst="rect">
            <a:avLst/>
          </a:prstGeom>
        </p:spPr>
        <p:txBody>
          <a:bodyPr/>
          <a:lstStyle/>
          <a:p>
            <a:pPr marL="0" indent="0" algn="r">
              <a:buNone/>
            </a:pPr>
            <a:r>
              <a:rPr lang="en-US" altLang="ko-KR" sz="2000" b="1" dirty="0"/>
              <a:t>2026.05.06</a:t>
            </a:r>
          </a:p>
          <a:p>
            <a:pPr marL="0" indent="0" algn="r">
              <a:buNone/>
            </a:pPr>
            <a:r>
              <a:rPr lang="ko-KR" altLang="en-US" sz="2000" b="1" dirty="0" err="1"/>
              <a:t>최민영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최기훈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조성재</a:t>
            </a:r>
            <a:endParaRPr lang="ko-KR" altLang="en-US" sz="2000" b="1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60716" y="1562101"/>
            <a:ext cx="10912415" cy="2295524"/>
          </a:xfrm>
        </p:spPr>
        <p:txBody>
          <a:bodyPr>
            <a:noAutofit/>
          </a:bodyPr>
          <a:lstStyle/>
          <a:p>
            <a:pPr algn="ctr"/>
            <a:r>
              <a:rPr lang="en-US" altLang="ko-KR" sz="4800" b="1" dirty="0"/>
              <a:t>UART-FIFO </a:t>
            </a:r>
            <a:r>
              <a:rPr lang="ko-KR" altLang="en-US" sz="4800" b="1" dirty="0"/>
              <a:t>기반 </a:t>
            </a:r>
            <a:r>
              <a:rPr lang="en-US" altLang="ko-KR" sz="4800" b="1" dirty="0"/>
              <a:t>Sensor </a:t>
            </a:r>
            <a:r>
              <a:rPr lang="ko-KR" altLang="en-US" sz="4800" b="1" dirty="0"/>
              <a:t>연동</a:t>
            </a:r>
            <a:r>
              <a:rPr lang="en-US" altLang="ko-KR" sz="4800" b="1" dirty="0"/>
              <a:t> </a:t>
            </a:r>
            <a:r>
              <a:rPr lang="en-US" altLang="ko-KR" sz="4800" b="1" dirty="0" err="1"/>
              <a:t>Stopwatch+Watch</a:t>
            </a:r>
            <a:r>
              <a:rPr lang="en-US" altLang="ko-KR" sz="4800" b="1" dirty="0"/>
              <a:t> </a:t>
            </a:r>
            <a:r>
              <a:rPr lang="ko-KR" altLang="en-US" sz="4800" b="1" dirty="0"/>
              <a:t>통합 </a:t>
            </a:r>
            <a:r>
              <a:rPr lang="en-US" altLang="ko-KR" sz="4800" b="1" dirty="0"/>
              <a:t>System</a:t>
            </a:r>
            <a:r>
              <a:rPr lang="ko-KR" altLang="en-US" sz="4800" b="1" dirty="0"/>
              <a:t> </a:t>
            </a:r>
            <a:r>
              <a:rPr lang="en-US" altLang="ko-KR" sz="4800" b="1" dirty="0"/>
              <a:t>Design Project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87744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92388" y="1397053"/>
            <a:ext cx="4219559" cy="4221696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AutoNum type="arabicPeriod"/>
            </a:pPr>
            <a:r>
              <a:rPr lang="ko-KR" altLang="en-US" sz="2400" dirty="0"/>
              <a:t>프로젝트 개요</a:t>
            </a:r>
            <a:endParaRPr lang="en-US" altLang="ko-KR" sz="2400" dirty="0"/>
          </a:p>
          <a:p>
            <a:pPr marL="342900" indent="-342900">
              <a:buAutoNum type="arabicPeriod"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개발 목적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전체 시스템 구조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4. Top </a:t>
            </a:r>
            <a:r>
              <a:rPr lang="en-US" altLang="ko-KR" sz="2400" dirty="0" err="1"/>
              <a:t>Uart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5. Top </a:t>
            </a:r>
            <a:r>
              <a:rPr lang="en-US" altLang="ko-KR" sz="2400" dirty="0" err="1"/>
              <a:t>Fnd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6. Troubleshooting </a:t>
            </a:r>
            <a:r>
              <a:rPr lang="ko-KR" altLang="en-US" sz="2400" dirty="0"/>
              <a:t>및 고찰</a:t>
            </a:r>
          </a:p>
        </p:txBody>
      </p:sp>
    </p:spTree>
    <p:extLst>
      <p:ext uri="{BB962C8B-B14F-4D97-AF65-F5344CB8AC3E}">
        <p14:creationId xmlns:p14="http://schemas.microsoft.com/office/powerpoint/2010/main" val="1834995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프로젝트 개요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4103" y="1776046"/>
            <a:ext cx="7062417" cy="366824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UART </a:t>
            </a:r>
            <a:r>
              <a:rPr lang="ko-KR" altLang="en-US" sz="2000" b="1" dirty="0"/>
              <a:t>기반</a:t>
            </a:r>
            <a:r>
              <a:rPr lang="ko-KR" altLang="en-US" sz="2000" dirty="0"/>
              <a:t> 외부 인터페이스를 갖는 디지털 시스템 설계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sz="2000" b="1" dirty="0"/>
              <a:t> FIFO</a:t>
            </a:r>
            <a:r>
              <a:rPr lang="ko-KR" altLang="en-US" sz="2000" dirty="0"/>
              <a:t>를 활용한 안정적인 데이터 흐름 처리 구조 구현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ko-KR" altLang="en-US" sz="2000" dirty="0"/>
              <a:t> </a:t>
            </a:r>
            <a:r>
              <a:rPr lang="ko-KR" altLang="en-US" sz="2000" b="1" dirty="0"/>
              <a:t>초음파 센서</a:t>
            </a:r>
            <a:r>
              <a:rPr lang="en-US" altLang="ko-KR" sz="2000" b="1" dirty="0"/>
              <a:t>(SR04) </a:t>
            </a:r>
            <a:r>
              <a:rPr lang="ko-KR" altLang="en-US" sz="2000" b="1" dirty="0"/>
              <a:t>및 </a:t>
            </a:r>
            <a:r>
              <a:rPr lang="ko-KR" altLang="en-US" sz="2000" b="1" dirty="0" err="1"/>
              <a:t>온습도</a:t>
            </a:r>
            <a:r>
              <a:rPr lang="ko-KR" altLang="en-US" sz="2000" b="1" dirty="0"/>
              <a:t> 센서</a:t>
            </a:r>
            <a:r>
              <a:rPr lang="en-US" altLang="ko-KR" sz="2000" b="1" dirty="0"/>
              <a:t>(DHT11)</a:t>
            </a:r>
            <a:r>
              <a:rPr lang="en-US" altLang="ko-KR" sz="2000" dirty="0"/>
              <a:t> </a:t>
            </a:r>
            <a:r>
              <a:rPr lang="ko-KR" altLang="en-US" sz="2000" dirty="0"/>
              <a:t>데이터 통합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sz="2000" dirty="0"/>
              <a:t> </a:t>
            </a:r>
            <a:r>
              <a:rPr lang="en-US" altLang="ko-KR" sz="2000" b="1" dirty="0"/>
              <a:t>Watch / Stopwatch</a:t>
            </a:r>
            <a:r>
              <a:rPr lang="en-US" altLang="ko-KR" sz="2000" dirty="0"/>
              <a:t> </a:t>
            </a:r>
            <a:r>
              <a:rPr lang="ko-KR" altLang="en-US" sz="2000" dirty="0"/>
              <a:t>시스템과 </a:t>
            </a:r>
            <a:r>
              <a:rPr lang="ko-KR" altLang="en-US" sz="2000" b="1" dirty="0"/>
              <a:t>센서 </a:t>
            </a:r>
            <a:r>
              <a:rPr lang="ko-KR" altLang="en-US" sz="2000" dirty="0"/>
              <a:t>데이터의 </a:t>
            </a:r>
            <a:r>
              <a:rPr lang="ko-KR" altLang="en-US" sz="2000" b="1" dirty="0"/>
              <a:t>통합 관리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sz="2000" dirty="0"/>
              <a:t> </a:t>
            </a:r>
            <a:r>
              <a:rPr lang="en-US" altLang="ko-KR" sz="2000" b="1" dirty="0"/>
              <a:t>Loopback </a:t>
            </a:r>
            <a:r>
              <a:rPr lang="ko-KR" altLang="en-US" sz="2000" b="1" dirty="0"/>
              <a:t>구조</a:t>
            </a:r>
            <a:r>
              <a:rPr lang="ko-KR" altLang="en-US" sz="2000" dirty="0"/>
              <a:t>를 통한 전체 데이터 흐름 검증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Ø"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07107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개발 목적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>
          <a:xfrm>
            <a:off x="690120" y="1100728"/>
            <a:ext cx="6841648" cy="5342183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000" b="1" dirty="0"/>
              <a:t>1) </a:t>
            </a:r>
            <a:r>
              <a:rPr lang="ko-KR" altLang="en-US" sz="2000" b="1" dirty="0"/>
              <a:t>시스템 통합 설계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UART, Sensor, Watch/Stopwatch </a:t>
            </a:r>
            <a:r>
              <a:rPr lang="ko-KR" altLang="en-US" dirty="0"/>
              <a:t>기능을 하나의 구조로 통합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2) </a:t>
            </a:r>
            <a:r>
              <a:rPr lang="ko-KR" altLang="en-US" sz="2000" b="1" dirty="0"/>
              <a:t>데이터 흐름 안정성 확보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FIFO</a:t>
            </a:r>
            <a:r>
              <a:rPr lang="ko-KR" altLang="en-US" dirty="0"/>
              <a:t>를 활용한 비동기 데이터 처리 구조 설계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3) </a:t>
            </a:r>
            <a:r>
              <a:rPr lang="ko-KR" altLang="en-US" sz="2000" b="1" dirty="0"/>
              <a:t>외부 인터페이스 확장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UART </a:t>
            </a:r>
            <a:r>
              <a:rPr lang="ko-KR" altLang="en-US" dirty="0"/>
              <a:t>기반으로 </a:t>
            </a:r>
            <a:r>
              <a:rPr lang="en-US" altLang="ko-KR" dirty="0"/>
              <a:t>PC</a:t>
            </a:r>
            <a:r>
              <a:rPr lang="ko-KR" altLang="en-US" dirty="0"/>
              <a:t>와 실시간 데이터 송수신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4) </a:t>
            </a:r>
            <a:r>
              <a:rPr lang="ko-KR" altLang="en-US" sz="2000" b="1" dirty="0"/>
              <a:t>실시간 데이터 처리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Sensor </a:t>
            </a:r>
            <a:r>
              <a:rPr lang="ko-KR" altLang="en-US" dirty="0"/>
              <a:t>데이터를 시스템이 통합하여 출력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Ø"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b="1" dirty="0"/>
              <a:t>5) </a:t>
            </a:r>
            <a:r>
              <a:rPr lang="ko-KR" altLang="en-US" sz="2000" b="1" dirty="0"/>
              <a:t>시스템 검증 구조 구현</a:t>
            </a:r>
            <a:endParaRPr lang="en-US" altLang="ko-KR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ko-KR" dirty="0"/>
              <a:t>Loopback </a:t>
            </a:r>
            <a:r>
              <a:rPr lang="ko-KR" altLang="en-US" dirty="0"/>
              <a:t>구조를 통한 </a:t>
            </a:r>
            <a:r>
              <a:rPr lang="en-US" altLang="ko-KR" dirty="0"/>
              <a:t>End-to-End </a:t>
            </a:r>
            <a:r>
              <a:rPr lang="ko-KR" altLang="en-US" dirty="0"/>
              <a:t>동작 확인</a:t>
            </a:r>
          </a:p>
        </p:txBody>
      </p:sp>
    </p:spTree>
    <p:extLst>
      <p:ext uri="{BB962C8B-B14F-4D97-AF65-F5344CB8AC3E}">
        <p14:creationId xmlns:p14="http://schemas.microsoft.com/office/powerpoint/2010/main" val="277931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전체 </a:t>
            </a:r>
            <a:r>
              <a:rPr lang="en-US" altLang="ko-KR" dirty="0"/>
              <a:t>Block-Diagram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14" y="1042400"/>
            <a:ext cx="11869712" cy="4999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655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7"/>
            <a:ext cx="3250222" cy="341512"/>
          </a:xfrm>
        </p:spPr>
        <p:txBody>
          <a:bodyPr/>
          <a:lstStyle/>
          <a:p>
            <a:r>
              <a:rPr lang="en-US" altLang="ko-KR" dirty="0"/>
              <a:t>UART Loopback </a:t>
            </a:r>
            <a:r>
              <a:rPr lang="ko-KR" altLang="en-US" dirty="0"/>
              <a:t>구조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06" r="54908" b="28159"/>
          <a:stretch/>
        </p:blipFill>
        <p:spPr>
          <a:xfrm>
            <a:off x="635852" y="1421141"/>
            <a:ext cx="8101465" cy="4716825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5E03F00-A117-DADA-1779-C24C48BA0C85}"/>
              </a:ext>
            </a:extLst>
          </p:cNvPr>
          <p:cNvSpPr/>
          <p:nvPr/>
        </p:nvSpPr>
        <p:spPr>
          <a:xfrm>
            <a:off x="8133806" y="2371679"/>
            <a:ext cx="757646" cy="8795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8AA88-CEEF-CF7D-08D5-7038A418FD5E}"/>
              </a:ext>
            </a:extLst>
          </p:cNvPr>
          <p:cNvSpPr txBox="1"/>
          <p:nvPr/>
        </p:nvSpPr>
        <p:spPr>
          <a:xfrm>
            <a:off x="9100457" y="2467473"/>
            <a:ext cx="14381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Top </a:t>
            </a:r>
            <a:r>
              <a:rPr lang="en-US" altLang="ko-KR" dirty="0" err="1">
                <a:solidFill>
                  <a:srgbClr val="FF0000"/>
                </a:solidFill>
              </a:rPr>
              <a:t>Fnd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Control unit</a:t>
            </a:r>
            <a:endParaRPr lang="ko-KR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CFE93559-5254-8B86-C2C3-77E96C31443F}"/>
              </a:ext>
            </a:extLst>
          </p:cNvPr>
          <p:cNvGraphicFramePr>
            <a:graphicFrameLocks noGrp="1"/>
          </p:cNvGraphicFramePr>
          <p:nvPr/>
        </p:nvGraphicFramePr>
        <p:xfrm>
          <a:off x="9203293" y="3315152"/>
          <a:ext cx="2670630" cy="2585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6589">
                  <a:extLst>
                    <a:ext uri="{9D8B030D-6E8A-4147-A177-3AD203B41FA5}">
                      <a16:colId xmlns:a16="http://schemas.microsoft.com/office/drawing/2014/main" val="2655035147"/>
                    </a:ext>
                  </a:extLst>
                </a:gridCol>
                <a:gridCol w="1584041">
                  <a:extLst>
                    <a:ext uri="{9D8B030D-6E8A-4147-A177-3AD203B41FA5}">
                      <a16:colId xmlns:a16="http://schemas.microsoft.com/office/drawing/2014/main" val="25447279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Uart_RX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output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1425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btnR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1209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btnL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64095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U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btnU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8725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btnD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225768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M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err="1"/>
                        <a:t>rst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67944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Sender start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9731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525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Uart_Rx_ASM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070" y="1062149"/>
            <a:ext cx="6903620" cy="52905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E0EE99A-F823-13FE-10DB-E98656045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37" y="1301931"/>
            <a:ext cx="4645133" cy="2799806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8D0B6F8-95C4-FC80-7CF3-BDACBC2BCC21}"/>
              </a:ext>
            </a:extLst>
          </p:cNvPr>
          <p:cNvSpPr/>
          <p:nvPr/>
        </p:nvSpPr>
        <p:spPr>
          <a:xfrm>
            <a:off x="888274" y="2603863"/>
            <a:ext cx="209006" cy="51380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53F43A7-2FBF-29C0-D717-6878B7AAD946}"/>
              </a:ext>
            </a:extLst>
          </p:cNvPr>
          <p:cNvSpPr/>
          <p:nvPr/>
        </p:nvSpPr>
        <p:spPr>
          <a:xfrm>
            <a:off x="6749143" y="3257006"/>
            <a:ext cx="1271451" cy="7750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553FC79-8727-1DA2-E0CD-EBEE92E0F3CD}"/>
              </a:ext>
            </a:extLst>
          </p:cNvPr>
          <p:cNvCxnSpPr>
            <a:stCxn id="8" idx="1"/>
            <a:endCxn id="7" idx="2"/>
          </p:cNvCxnSpPr>
          <p:nvPr/>
        </p:nvCxnSpPr>
        <p:spPr>
          <a:xfrm rot="10800000">
            <a:off x="992777" y="3117670"/>
            <a:ext cx="5756366" cy="526869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236D3F-D022-B375-22B9-09D5F4730E9C}"/>
              </a:ext>
            </a:extLst>
          </p:cNvPr>
          <p:cNvSpPr txBox="1"/>
          <p:nvPr/>
        </p:nvSpPr>
        <p:spPr>
          <a:xfrm>
            <a:off x="2313485" y="3884509"/>
            <a:ext cx="3114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16</a:t>
            </a:r>
            <a:r>
              <a:rPr lang="ko-KR" altLang="en-US" dirty="0"/>
              <a:t>배 오버 샘플링으로</a:t>
            </a:r>
            <a:endParaRPr lang="en-US" altLang="ko-KR" dirty="0"/>
          </a:p>
          <a:p>
            <a:pPr algn="ctr"/>
            <a:r>
              <a:rPr lang="en-US" altLang="ko-KR" dirty="0"/>
              <a:t>Data Bit</a:t>
            </a:r>
            <a:r>
              <a:rPr lang="ko-KR" altLang="en-US" dirty="0"/>
              <a:t>의 중앙 샘플링 확보</a:t>
            </a:r>
          </a:p>
        </p:txBody>
      </p:sp>
    </p:spTree>
    <p:extLst>
      <p:ext uri="{BB962C8B-B14F-4D97-AF65-F5344CB8AC3E}">
        <p14:creationId xmlns:p14="http://schemas.microsoft.com/office/powerpoint/2010/main" val="193646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943417" cy="672380"/>
          </a:xfrm>
        </p:spPr>
        <p:txBody>
          <a:bodyPr/>
          <a:lstStyle/>
          <a:p>
            <a:r>
              <a:rPr lang="en-US" altLang="ko-KR" dirty="0" err="1"/>
              <a:t>FIFO_Rx_ASM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43" y="1305426"/>
            <a:ext cx="66579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215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943417" cy="672380"/>
          </a:xfrm>
        </p:spPr>
        <p:txBody>
          <a:bodyPr/>
          <a:lstStyle/>
          <a:p>
            <a:r>
              <a:rPr lang="en-US" altLang="ko-KR" dirty="0" err="1"/>
              <a:t>Decoder_ASM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1094788"/>
            <a:ext cx="10718294" cy="45503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0300" y="2501900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Case</a:t>
            </a:r>
            <a:r>
              <a:rPr lang="ko-KR" altLang="en-US" dirty="0"/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576313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943417" cy="672380"/>
          </a:xfrm>
        </p:spPr>
        <p:txBody>
          <a:bodyPr/>
          <a:lstStyle/>
          <a:p>
            <a:r>
              <a:rPr lang="en-US" altLang="ko-KR" dirty="0" err="1"/>
              <a:t>ASCII_Sender_ASM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637" y="509954"/>
            <a:ext cx="7724971" cy="6208346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8E2D2C2D-F6B6-705F-5958-CC10D3CC0556}"/>
              </a:ext>
            </a:extLst>
          </p:cNvPr>
          <p:cNvSpPr/>
          <p:nvPr/>
        </p:nvSpPr>
        <p:spPr>
          <a:xfrm>
            <a:off x="7907383" y="3134500"/>
            <a:ext cx="1227908" cy="6792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9F26742-C41D-90CA-07FE-8D2377F0809D}"/>
              </a:ext>
            </a:extLst>
          </p:cNvPr>
          <p:cNvSpPr/>
          <p:nvPr/>
        </p:nvSpPr>
        <p:spPr>
          <a:xfrm>
            <a:off x="7907383" y="1958762"/>
            <a:ext cx="1227908" cy="6792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1F66C25-E80F-1FFB-D90A-267C95201A30}"/>
              </a:ext>
            </a:extLst>
          </p:cNvPr>
          <p:cNvSpPr/>
          <p:nvPr/>
        </p:nvSpPr>
        <p:spPr>
          <a:xfrm>
            <a:off x="7907383" y="4306852"/>
            <a:ext cx="1227908" cy="6792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3DCB6CC-7A69-012E-32C8-8E17FB90C3EC}"/>
              </a:ext>
            </a:extLst>
          </p:cNvPr>
          <p:cNvSpPr/>
          <p:nvPr/>
        </p:nvSpPr>
        <p:spPr>
          <a:xfrm>
            <a:off x="7907383" y="5668274"/>
            <a:ext cx="1227908" cy="67926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CC73646-D51B-5FE6-339D-ECC4A20E9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97" y="1126521"/>
            <a:ext cx="3734321" cy="3010320"/>
          </a:xfrm>
          <a:prstGeom prst="rect">
            <a:avLst/>
          </a:prstGeom>
        </p:spPr>
      </p:pic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7768C88-4F1F-4194-2D13-5C28E3DE54F2}"/>
              </a:ext>
            </a:extLst>
          </p:cNvPr>
          <p:cNvCxnSpPr>
            <a:stCxn id="6" idx="2"/>
            <a:endCxn id="12" idx="3"/>
          </p:cNvCxnSpPr>
          <p:nvPr/>
        </p:nvCxnSpPr>
        <p:spPr>
          <a:xfrm rot="5400000" flipH="1">
            <a:off x="6243103" y="359797"/>
            <a:ext cx="6350" cy="4550119"/>
          </a:xfrm>
          <a:prstGeom prst="bentConnector4">
            <a:avLst>
              <a:gd name="adj1" fmla="val -1268583"/>
              <a:gd name="adj2" fmla="val 5674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A32D1BF-5391-269E-1143-14C7177D3697}"/>
              </a:ext>
            </a:extLst>
          </p:cNvPr>
          <p:cNvSpPr txBox="1"/>
          <p:nvPr/>
        </p:nvSpPr>
        <p:spPr>
          <a:xfrm>
            <a:off x="289697" y="4646486"/>
            <a:ext cx="3853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모든 데이터를 </a:t>
            </a:r>
            <a:r>
              <a:rPr lang="en-US" altLang="ko-KR" dirty="0"/>
              <a:t>[31:0]</a:t>
            </a:r>
            <a:r>
              <a:rPr lang="ko-KR" altLang="en-US" dirty="0"/>
              <a:t>으로 입력 받아</a:t>
            </a:r>
            <a:endParaRPr lang="en-US" altLang="ko-KR" dirty="0"/>
          </a:p>
          <a:p>
            <a:r>
              <a:rPr lang="en-US" altLang="ko-KR" dirty="0" err="1">
                <a:solidFill>
                  <a:schemeClr val="accent2"/>
                </a:solidFill>
              </a:rPr>
              <a:t>Addres</a:t>
            </a:r>
            <a:r>
              <a:rPr lang="en-US" altLang="ko-KR" dirty="0">
                <a:solidFill>
                  <a:schemeClr val="accent2"/>
                </a:solidFill>
              </a:rPr>
              <a:t> [20:0] </a:t>
            </a:r>
            <a:r>
              <a:rPr lang="en-US" altLang="ko-KR" dirty="0"/>
              <a:t>data</a:t>
            </a:r>
            <a:r>
              <a:rPr lang="ko-KR" altLang="en-US" dirty="0"/>
              <a:t>로 </a:t>
            </a:r>
            <a:r>
              <a:rPr lang="en-US" altLang="ko-KR" dirty="0" err="1"/>
              <a:t>fifo</a:t>
            </a:r>
            <a:r>
              <a:rPr lang="ko-KR" altLang="en-US" dirty="0"/>
              <a:t>에</a:t>
            </a:r>
            <a:r>
              <a:rPr lang="en-US" altLang="ko-KR" dirty="0"/>
              <a:t> </a:t>
            </a:r>
            <a:r>
              <a:rPr lang="ko-KR" altLang="en-US" dirty="0"/>
              <a:t>출력</a:t>
            </a:r>
          </a:p>
        </p:txBody>
      </p:sp>
    </p:spTree>
    <p:extLst>
      <p:ext uri="{BB962C8B-B14F-4D97-AF65-F5344CB8AC3E}">
        <p14:creationId xmlns:p14="http://schemas.microsoft.com/office/powerpoint/2010/main" val="2475918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943417" cy="672380"/>
          </a:xfrm>
        </p:spPr>
        <p:txBody>
          <a:bodyPr/>
          <a:lstStyle/>
          <a:p>
            <a:r>
              <a:rPr lang="en-US" altLang="ko-KR" dirty="0" err="1"/>
              <a:t>FIFO_Tx_ASM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9043" y="1305426"/>
            <a:ext cx="6657975" cy="4591050"/>
          </a:xfrm>
          <a:prstGeom prst="rect">
            <a:avLst/>
          </a:prstGeom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6A1ABBC-2000-29F4-1929-C27563741819}"/>
              </a:ext>
            </a:extLst>
          </p:cNvPr>
          <p:cNvSpPr/>
          <p:nvPr/>
        </p:nvSpPr>
        <p:spPr>
          <a:xfrm>
            <a:off x="2856411" y="3518263"/>
            <a:ext cx="6657975" cy="6531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9650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r>
              <a:rPr lang="en-US" altLang="ko-KR" dirty="0" err="1"/>
              <a:t>Uart_Tx_ASM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604" y="999070"/>
            <a:ext cx="7202932" cy="5369979"/>
          </a:xfrm>
          <a:prstGeom prst="rect">
            <a:avLst/>
          </a:prstGeom>
        </p:spPr>
      </p:pic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25E3233-D808-0C24-4F64-1BFC8A033F11}"/>
              </a:ext>
            </a:extLst>
          </p:cNvPr>
          <p:cNvSpPr/>
          <p:nvPr/>
        </p:nvSpPr>
        <p:spPr>
          <a:xfrm>
            <a:off x="4232367" y="3823063"/>
            <a:ext cx="1593668" cy="95794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5011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58" y="1120495"/>
            <a:ext cx="11651942" cy="3154022"/>
          </a:xfrm>
          <a:prstGeom prst="rect">
            <a:avLst/>
          </a:prstGeom>
        </p:spPr>
      </p:pic>
      <p:cxnSp>
        <p:nvCxnSpPr>
          <p:cNvPr id="11" name="직선 화살표 연결선 10"/>
          <p:cNvCxnSpPr/>
          <p:nvPr/>
        </p:nvCxnSpPr>
        <p:spPr>
          <a:xfrm>
            <a:off x="3968750" y="3524250"/>
            <a:ext cx="94615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4832350" y="3898900"/>
            <a:ext cx="806450" cy="3175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6624106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cxnSp>
        <p:nvCxnSpPr>
          <p:cNvPr id="16" name="직선 화살표 연결선 15"/>
          <p:cNvCxnSpPr>
            <a:stCxn id="14" idx="1"/>
          </p:cNvCxnSpPr>
          <p:nvPr/>
        </p:nvCxnSpPr>
        <p:spPr>
          <a:xfrm flipH="1" flipV="1">
            <a:off x="4441825" y="3524250"/>
            <a:ext cx="390525" cy="5334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451100" y="1930400"/>
            <a:ext cx="794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0	0	1	 0	 0	 1	  0	   1	   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060700" y="1823391"/>
            <a:ext cx="7683500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endCxn id="20" idx="2"/>
          </p:cNvCxnSpPr>
          <p:nvPr/>
        </p:nvCxnSpPr>
        <p:spPr>
          <a:xfrm flipV="1">
            <a:off x="3620170" y="2299732"/>
            <a:ext cx="3282280" cy="257071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2060501" y="1930400"/>
            <a:ext cx="10001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060501" y="1561068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797766" y="1823391"/>
            <a:ext cx="933450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11731216" y="2406650"/>
            <a:ext cx="117884" cy="3429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330200" y="2489200"/>
            <a:ext cx="730250" cy="1651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/>
          <p:cNvCxnSpPr>
            <a:endCxn id="31" idx="1"/>
          </p:cNvCxnSpPr>
          <p:nvPr/>
        </p:nvCxnSpPr>
        <p:spPr>
          <a:xfrm>
            <a:off x="1079500" y="2565400"/>
            <a:ext cx="10651716" cy="127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803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2DF84-4954-3A72-6257-28AE65BC1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E76CB3-7CB5-0004-2FAA-5926D9FA9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7E6280-813C-83B0-FBEC-8F7298C84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3430C42-4508-2757-DA39-317180C66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522" y="1034362"/>
            <a:ext cx="5324862" cy="574572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BF9895-E5A1-1A2A-6F8C-07F2478E8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365" y="3429000"/>
            <a:ext cx="5649113" cy="265784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90350DD0-0694-30B5-B4EE-A0EB570BE744}"/>
              </a:ext>
            </a:extLst>
          </p:cNvPr>
          <p:cNvSpPr/>
          <p:nvPr/>
        </p:nvSpPr>
        <p:spPr>
          <a:xfrm>
            <a:off x="3432752" y="4757923"/>
            <a:ext cx="992222" cy="988991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C308B55-9B32-1578-185F-F9E710A14691}"/>
              </a:ext>
            </a:extLst>
          </p:cNvPr>
          <p:cNvCxnSpPr>
            <a:stCxn id="8" idx="0"/>
          </p:cNvCxnSpPr>
          <p:nvPr/>
        </p:nvCxnSpPr>
        <p:spPr>
          <a:xfrm flipV="1">
            <a:off x="3928863" y="3429000"/>
            <a:ext cx="2225502" cy="132892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CF5F4A4-B5D5-8F1A-9FF1-F26A49FF38EA}"/>
              </a:ext>
            </a:extLst>
          </p:cNvPr>
          <p:cNvCxnSpPr>
            <a:stCxn id="8" idx="4"/>
          </p:cNvCxnSpPr>
          <p:nvPr/>
        </p:nvCxnSpPr>
        <p:spPr>
          <a:xfrm>
            <a:off x="3928863" y="5746914"/>
            <a:ext cx="2225502" cy="339932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373B6CD-8FA6-380D-6348-BB40F8A9C5AB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Uart_R</a:t>
            </a:r>
            <a:r>
              <a:rPr lang="ko-KR" altLang="en-US" dirty="0"/>
              <a:t>을 출력</a:t>
            </a:r>
          </a:p>
        </p:txBody>
      </p:sp>
    </p:spTree>
    <p:extLst>
      <p:ext uri="{BB962C8B-B14F-4D97-AF65-F5344CB8AC3E}">
        <p14:creationId xmlns:p14="http://schemas.microsoft.com/office/powerpoint/2010/main" val="456146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9" y="1112584"/>
            <a:ext cx="11787992" cy="294506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52527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51100" y="1930400"/>
            <a:ext cx="921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		0       0      0	   1	1	  0      0         1         0        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660900" y="1823391"/>
            <a:ext cx="6273798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endCxn id="20" idx="2"/>
          </p:cNvCxnSpPr>
          <p:nvPr/>
        </p:nvCxnSpPr>
        <p:spPr>
          <a:xfrm flipV="1">
            <a:off x="3620170" y="2299732"/>
            <a:ext cx="4177629" cy="2926318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3711697" y="1930400"/>
            <a:ext cx="9239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574641" y="1454059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934699" y="1823391"/>
            <a:ext cx="8096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1670290" y="2667000"/>
            <a:ext cx="200911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34950" y="2672261"/>
            <a:ext cx="1073150" cy="2301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7" idx="1"/>
          </p:cNvCxnSpPr>
          <p:nvPr/>
        </p:nvCxnSpPr>
        <p:spPr>
          <a:xfrm>
            <a:off x="1315115" y="2794000"/>
            <a:ext cx="103551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361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2129B-411B-67CA-B00F-37902252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99B4E5A-AD2B-C08A-E47E-D4B8951DD3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362" y="1028861"/>
            <a:ext cx="5478003" cy="56076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8E49575-81DB-AE7E-5673-2E49BBFF1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817B4A-3E5E-1E7D-FF15-DD21BCEC03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562F7BCC-EA80-EC4A-D187-E7E89DB0C33F}"/>
              </a:ext>
            </a:extLst>
          </p:cNvPr>
          <p:cNvSpPr/>
          <p:nvPr/>
        </p:nvSpPr>
        <p:spPr>
          <a:xfrm>
            <a:off x="3724983" y="4469323"/>
            <a:ext cx="992222" cy="1196186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42BEA2A-74B7-5316-C96D-E1C0005BC38A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221094" y="3429000"/>
            <a:ext cx="1933271" cy="104032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A89C58D-2C52-CDFB-6171-BE7AABAD5CB4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4221094" y="5665509"/>
            <a:ext cx="1933271" cy="395815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C97D8E1-D9AE-172A-9E21-C5B618EED1AF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Uart_L</a:t>
            </a:r>
            <a:r>
              <a:rPr lang="ko-KR" altLang="en-US" dirty="0"/>
              <a:t>을 출력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4221B6E-240E-88F4-D9D2-6B264DD75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2249" y="3407791"/>
            <a:ext cx="5068007" cy="265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357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6" y="1073094"/>
            <a:ext cx="11941006" cy="3048055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669471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51100" y="1734953"/>
            <a:ext cx="829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	0	1        0         1	         0	        1         0         1         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3905666" y="1681965"/>
            <a:ext cx="7004048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stCxn id="18" idx="3"/>
            <a:endCxn id="20" idx="2"/>
          </p:cNvCxnSpPr>
          <p:nvPr/>
        </p:nvCxnSpPr>
        <p:spPr>
          <a:xfrm flipV="1">
            <a:off x="3620170" y="2158306"/>
            <a:ext cx="3787520" cy="3406412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3038534" y="1710376"/>
            <a:ext cx="842148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038533" y="1367169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934699" y="1766241"/>
            <a:ext cx="8096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1670290" y="2825184"/>
            <a:ext cx="200911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34950" y="2830445"/>
            <a:ext cx="1073150" cy="2301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7" idx="1"/>
          </p:cNvCxnSpPr>
          <p:nvPr/>
        </p:nvCxnSpPr>
        <p:spPr>
          <a:xfrm>
            <a:off x="1315115" y="2952184"/>
            <a:ext cx="10355175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17807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7847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1128-A246-D10F-1483-7623B8EC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1FA46B34-D956-BCBD-8531-6516FAA4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49" y="928995"/>
            <a:ext cx="4544556" cy="574282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A4A4B47-BB26-5D4C-245A-88A242DC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BC5FE-42B6-33B4-6A6C-FB16CAD16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0D02A9E-EFB2-1D5C-5C24-DB0EA507DCA9}"/>
              </a:ext>
            </a:extLst>
          </p:cNvPr>
          <p:cNvSpPr/>
          <p:nvPr/>
        </p:nvSpPr>
        <p:spPr>
          <a:xfrm>
            <a:off x="4215177" y="3883843"/>
            <a:ext cx="992222" cy="1715679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F5591AA-02EC-E95B-A3E4-5D7F30DAF775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711288" y="3231759"/>
            <a:ext cx="1609790" cy="652084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8F61564-C813-01EB-29DE-087290319CD1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4711288" y="5599522"/>
            <a:ext cx="1609790" cy="65208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D6A85E8-BBA6-18B7-A5A6-E02FA5BD8E0F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Uart_U</a:t>
            </a:r>
            <a:r>
              <a:rPr lang="ko-KR" altLang="en-US" dirty="0"/>
              <a:t>을 출력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59F0F6F-9FE8-7F48-2BB8-4042A8448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078" y="3231759"/>
            <a:ext cx="4734586" cy="301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0603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18" y="991121"/>
            <a:ext cx="11659636" cy="30492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051550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51100" y="1734953"/>
            <a:ext cx="8295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	    0	   0       0        	 1       	 0       0         0         1         0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70022" y="1681965"/>
            <a:ext cx="6739692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endCxn id="20" idx="2"/>
          </p:cNvCxnSpPr>
          <p:nvPr/>
        </p:nvCxnSpPr>
        <p:spPr>
          <a:xfrm flipV="1">
            <a:off x="3620170" y="2158306"/>
            <a:ext cx="3919698" cy="376624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3505200" y="1743217"/>
            <a:ext cx="664822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038533" y="1367169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934699" y="1766241"/>
            <a:ext cx="8096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1625452" y="2999324"/>
            <a:ext cx="200911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83553" y="2999324"/>
            <a:ext cx="1073150" cy="2301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7" idx="1"/>
          </p:cNvCxnSpPr>
          <p:nvPr/>
        </p:nvCxnSpPr>
        <p:spPr>
          <a:xfrm>
            <a:off x="1363718" y="3121063"/>
            <a:ext cx="10261734" cy="5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201400" y="178074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1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189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1CB2D-4B50-9694-E272-8E9259F1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090C690-9FE9-39CE-0F19-F5A84B724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746" y="922948"/>
            <a:ext cx="4755131" cy="585714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87185991-DDB5-4607-B863-980BE6A1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F3E56-38E1-7E3B-950A-EF6F4AF0D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22960BD-8039-D707-2632-C5CE15214C13}"/>
              </a:ext>
            </a:extLst>
          </p:cNvPr>
          <p:cNvSpPr/>
          <p:nvPr/>
        </p:nvSpPr>
        <p:spPr>
          <a:xfrm>
            <a:off x="4588152" y="4090469"/>
            <a:ext cx="992222" cy="1669308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FADAE6C-065F-1D24-B57A-A1E06718B1E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084263" y="3006728"/>
            <a:ext cx="1527364" cy="108374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4156925-6BB3-9390-E52F-20CEE8390C2A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084263" y="5759777"/>
            <a:ext cx="1527364" cy="485903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4017D81-6A69-1043-A760-FB8433C7968E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Uart_U</a:t>
            </a:r>
            <a:r>
              <a:rPr lang="ko-KR" altLang="en-US" dirty="0"/>
              <a:t>를 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D81819-D250-8976-2A19-D64E6BF60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627" y="3006728"/>
            <a:ext cx="4734586" cy="323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9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51" y="992228"/>
            <a:ext cx="11847411" cy="304920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688839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51100" y="1734953"/>
            <a:ext cx="9219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	    0	   1         0          1       1       	0       0         1         0        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267200" y="1681965"/>
            <a:ext cx="6606225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endCxn id="20" idx="2"/>
          </p:cNvCxnSpPr>
          <p:nvPr/>
        </p:nvCxnSpPr>
        <p:spPr>
          <a:xfrm rot="5400000" flipH="1" flipV="1">
            <a:off x="3531144" y="2247332"/>
            <a:ext cx="4128194" cy="3950143"/>
          </a:xfrm>
          <a:prstGeom prst="bentConnector3">
            <a:avLst>
              <a:gd name="adj1" fmla="val 47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3454400" y="1743217"/>
            <a:ext cx="812800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038533" y="1367169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934699" y="1766241"/>
            <a:ext cx="8096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1616150" y="3208874"/>
            <a:ext cx="200911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274251" y="3208874"/>
            <a:ext cx="1073150" cy="2301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7" idx="1"/>
          </p:cNvCxnSpPr>
          <p:nvPr/>
        </p:nvCxnSpPr>
        <p:spPr>
          <a:xfrm>
            <a:off x="1354416" y="3330613"/>
            <a:ext cx="10261734" cy="5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71850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F3168-EE83-4663-AF52-210561007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6CCB083-71B8-280F-8EC3-8B6EFAC7A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1" y="949252"/>
            <a:ext cx="5115833" cy="57953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BF36954-EE3B-CF17-518B-F4B9AD24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7001FD-4A97-30B1-4BF0-3B662D41F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A0A7FF0-CFAC-64E8-46ED-1429C6FD9F24}"/>
              </a:ext>
            </a:extLst>
          </p:cNvPr>
          <p:cNvSpPr/>
          <p:nvPr/>
        </p:nvSpPr>
        <p:spPr>
          <a:xfrm>
            <a:off x="4836835" y="3196705"/>
            <a:ext cx="992222" cy="1413002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6C0A11F-79E7-FCA6-1FEB-783AB53BA138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5332946" y="2759939"/>
            <a:ext cx="1535467" cy="436766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46E925D-EA84-E202-EABA-1DF13F220F39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5332946" y="4609707"/>
            <a:ext cx="1535467" cy="1713079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68F3C50-9528-7101-1AD7-83B6F69165F8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Uart_M</a:t>
            </a:r>
            <a:r>
              <a:rPr lang="ko-KR" altLang="en-US" dirty="0"/>
              <a:t>을 출력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09668CE-95EA-FE52-159F-D3A6DA538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8413" y="2759939"/>
            <a:ext cx="4934639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79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62" y="1044337"/>
            <a:ext cx="12049200" cy="291263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381541"/>
              </p:ext>
            </p:extLst>
          </p:nvPr>
        </p:nvGraphicFramePr>
        <p:xfrm>
          <a:off x="820128" y="4363417"/>
          <a:ext cx="2800042" cy="2402603"/>
        </p:xfrm>
        <a:graphic>
          <a:graphicData uri="http://schemas.openxmlformats.org/drawingml/2006/table">
            <a:tbl>
              <a:tblPr/>
              <a:tblGrid>
                <a:gridCol w="481040">
                  <a:extLst>
                    <a:ext uri="{9D8B030D-6E8A-4147-A177-3AD203B41FA5}">
                      <a16:colId xmlns:a16="http://schemas.microsoft.com/office/drawing/2014/main" val="2481601325"/>
                    </a:ext>
                  </a:extLst>
                </a:gridCol>
                <a:gridCol w="461619">
                  <a:extLst>
                    <a:ext uri="{9D8B030D-6E8A-4147-A177-3AD203B41FA5}">
                      <a16:colId xmlns:a16="http://schemas.microsoft.com/office/drawing/2014/main" val="4065312555"/>
                    </a:ext>
                  </a:extLst>
                </a:gridCol>
                <a:gridCol w="827627">
                  <a:extLst>
                    <a:ext uri="{9D8B030D-6E8A-4147-A177-3AD203B41FA5}">
                      <a16:colId xmlns:a16="http://schemas.microsoft.com/office/drawing/2014/main" val="2425349544"/>
                    </a:ext>
                  </a:extLst>
                </a:gridCol>
                <a:gridCol w="1029756">
                  <a:extLst>
                    <a:ext uri="{9D8B030D-6E8A-4147-A177-3AD203B41FA5}">
                      <a16:colId xmlns:a16="http://schemas.microsoft.com/office/drawing/2014/main" val="175929874"/>
                    </a:ext>
                  </a:extLst>
                </a:gridCol>
              </a:tblGrid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u="none" dirty="0">
                          <a:effectLst/>
                        </a:rPr>
                        <a:t>문자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Hex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>
                          <a:effectLst/>
                        </a:rPr>
                        <a:t>Binary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effectLst/>
                        </a:rPr>
                        <a:t>LSB→MSB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120256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52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114688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L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4C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17856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U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55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224647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44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01000100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00100010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4789585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M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u="none" dirty="0">
                          <a:effectLst/>
                        </a:rPr>
                        <a:t>4D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01001101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10110010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355694"/>
                  </a:ext>
                </a:extLst>
              </a:tr>
              <a:tr h="343229">
                <a:tc>
                  <a:txBody>
                    <a:bodyPr/>
                    <a:lstStyle/>
                    <a:p>
                      <a:pPr algn="ctr"/>
                      <a:r>
                        <a:rPr lang="en-US" sz="1200" u="none">
                          <a:effectLst/>
                        </a:rPr>
                        <a:t>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53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01010011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u="none" dirty="0">
                          <a:effectLst/>
                        </a:rPr>
                        <a:t>11001010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3715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2451100" y="1734953"/>
            <a:ext cx="9139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	    0	   1      1           0      0           1         0         1         0         1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4124792" y="1681965"/>
            <a:ext cx="6748633" cy="47634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24" name="꺾인 연결선 23"/>
          <p:cNvCxnSpPr>
            <a:endCxn id="20" idx="2"/>
          </p:cNvCxnSpPr>
          <p:nvPr/>
        </p:nvCxnSpPr>
        <p:spPr>
          <a:xfrm rot="5400000" flipH="1" flipV="1">
            <a:off x="3333618" y="2444860"/>
            <a:ext cx="4452044" cy="3878937"/>
          </a:xfrm>
          <a:prstGeom prst="bentConnector3">
            <a:avLst>
              <a:gd name="adj1" fmla="val -63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모서리가 둥근 직사각형 24"/>
          <p:cNvSpPr/>
          <p:nvPr/>
        </p:nvSpPr>
        <p:spPr>
          <a:xfrm>
            <a:off x="3269424" y="1680932"/>
            <a:ext cx="812800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3038533" y="1303669"/>
            <a:ext cx="108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Start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0934699" y="1766241"/>
            <a:ext cx="809699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10731017" y="1454059"/>
            <a:ext cx="1140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STOP bit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11670290" y="3335262"/>
            <a:ext cx="200911" cy="2540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328391" y="3335262"/>
            <a:ext cx="1073150" cy="23010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endCxn id="7" idx="1"/>
          </p:cNvCxnSpPr>
          <p:nvPr/>
        </p:nvCxnSpPr>
        <p:spPr>
          <a:xfrm>
            <a:off x="1408556" y="3457001"/>
            <a:ext cx="10261734" cy="526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5361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7CD65-8015-7111-1E99-2125DB71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E6EB70C8-C8D8-3C9C-DBBD-A001FA01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14" y="922948"/>
            <a:ext cx="5029902" cy="587774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4DB24FE-30EE-C04D-74C1-4D4952BE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EDA81-53E6-3FB5-4A7D-589CAB195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2773972" cy="579804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 case 1. </a:t>
            </a:r>
            <a:r>
              <a:rPr lang="en-US" altLang="ko-KR" b="1" dirty="0" err="1"/>
              <a:t>uart_rx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9D68F95-53F9-F010-2729-CE808E903459}"/>
              </a:ext>
            </a:extLst>
          </p:cNvPr>
          <p:cNvSpPr/>
          <p:nvPr/>
        </p:nvSpPr>
        <p:spPr>
          <a:xfrm>
            <a:off x="4495591" y="3082566"/>
            <a:ext cx="992222" cy="119720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08DDE2-1299-ACAA-E2AF-DED83CABC4D0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4991702" y="2716275"/>
            <a:ext cx="1528070" cy="366291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689945D-1C5F-CAC9-0E9A-A75853CD5B05}"/>
              </a:ext>
            </a:extLst>
          </p:cNvPr>
          <p:cNvCxnSpPr>
            <a:cxnSpLocks/>
            <a:stCxn id="8" idx="4"/>
          </p:cNvCxnSpPr>
          <p:nvPr/>
        </p:nvCxnSpPr>
        <p:spPr>
          <a:xfrm>
            <a:off x="4991702" y="4279770"/>
            <a:ext cx="1528070" cy="2123890"/>
          </a:xfrm>
          <a:prstGeom prst="line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593E490-69F1-B30F-FAFA-0F0C8CDE0D32}"/>
              </a:ext>
            </a:extLst>
          </p:cNvPr>
          <p:cNvSpPr txBox="1"/>
          <p:nvPr/>
        </p:nvSpPr>
        <p:spPr>
          <a:xfrm>
            <a:off x="6425754" y="1646311"/>
            <a:ext cx="5106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를 </a:t>
            </a:r>
            <a:r>
              <a:rPr lang="en-US" altLang="ko-KR" dirty="0"/>
              <a:t>8</a:t>
            </a:r>
            <a:r>
              <a:rPr lang="ko-KR" altLang="en-US" dirty="0"/>
              <a:t>비트를 입력 받은 후 </a:t>
            </a:r>
            <a:r>
              <a:rPr lang="en-US" altLang="ko-KR" dirty="0"/>
              <a:t>we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이 되고</a:t>
            </a:r>
            <a:endParaRPr lang="en-US" altLang="ko-KR" dirty="0"/>
          </a:p>
          <a:p>
            <a:pPr algn="ctr"/>
            <a:r>
              <a:rPr lang="en-US" altLang="ko-KR" dirty="0"/>
              <a:t>1clk </a:t>
            </a:r>
            <a:r>
              <a:rPr lang="ko-KR" altLang="en-US" dirty="0"/>
              <a:t>후 </a:t>
            </a:r>
            <a:r>
              <a:rPr lang="en-US" altLang="ko-KR" dirty="0" err="1"/>
              <a:t>register_file</a:t>
            </a:r>
            <a:r>
              <a:rPr lang="en-US" altLang="ko-KR" dirty="0"/>
              <a:t>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</a:t>
            </a:r>
            <a:r>
              <a:rPr lang="en-US" altLang="ko-KR" dirty="0" err="1"/>
              <a:t>rx</a:t>
            </a:r>
            <a:r>
              <a:rPr lang="en-US" altLang="ko-KR" dirty="0"/>
              <a:t> </a:t>
            </a:r>
            <a:r>
              <a:rPr lang="ko-KR" altLang="en-US" dirty="0"/>
              <a:t>값이 입력 되어</a:t>
            </a:r>
            <a:endParaRPr lang="en-US" altLang="ko-KR" dirty="0"/>
          </a:p>
          <a:p>
            <a:pPr algn="ctr"/>
            <a:r>
              <a:rPr lang="en-US" altLang="ko-KR" dirty="0" err="1"/>
              <a:t>Uart_S</a:t>
            </a:r>
            <a:r>
              <a:rPr lang="ko-KR" altLang="en-US" dirty="0"/>
              <a:t>을 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E93DE3-32D9-2FE6-DD4B-D5693D2B1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772" y="2697918"/>
            <a:ext cx="4925112" cy="370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654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39169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24" y="1039555"/>
            <a:ext cx="11919891" cy="3257767"/>
          </a:xfrm>
          <a:prstGeom prst="rect">
            <a:avLst/>
          </a:prstGeom>
        </p:spPr>
      </p:pic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1451464" y="4417972"/>
          <a:ext cx="3876559" cy="2343026"/>
        </p:xfrm>
        <a:graphic>
          <a:graphicData uri="http://schemas.openxmlformats.org/drawingml/2006/table">
            <a:tbl>
              <a:tblPr/>
              <a:tblGrid>
                <a:gridCol w="513313">
                  <a:extLst>
                    <a:ext uri="{9D8B030D-6E8A-4147-A177-3AD203B41FA5}">
                      <a16:colId xmlns:a16="http://schemas.microsoft.com/office/drawing/2014/main" val="3126675498"/>
                    </a:ext>
                  </a:extLst>
                </a:gridCol>
                <a:gridCol w="466276">
                  <a:extLst>
                    <a:ext uri="{9D8B030D-6E8A-4147-A177-3AD203B41FA5}">
                      <a16:colId xmlns:a16="http://schemas.microsoft.com/office/drawing/2014/main" val="3412399802"/>
                    </a:ext>
                  </a:extLst>
                </a:gridCol>
                <a:gridCol w="926025">
                  <a:extLst>
                    <a:ext uri="{9D8B030D-6E8A-4147-A177-3AD203B41FA5}">
                      <a16:colId xmlns:a16="http://schemas.microsoft.com/office/drawing/2014/main" val="1266261698"/>
                    </a:ext>
                  </a:extLst>
                </a:gridCol>
                <a:gridCol w="1970945">
                  <a:extLst>
                    <a:ext uri="{9D8B030D-6E8A-4147-A177-3AD203B41FA5}">
                      <a16:colId xmlns:a16="http://schemas.microsoft.com/office/drawing/2014/main" val="2350985410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>
                          <a:effectLst/>
                        </a:rPr>
                        <a:t>문자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Hex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Binary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LSB→MSB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9179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W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57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01010111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1 1 1 0 1 0 1 0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052274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41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01000001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1 0 0 0 0 0 1 0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922748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54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01010100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0 0 1 0 1 0 1 0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511315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C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43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01000011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1 1 0 0 0 0 1 0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011533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H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48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01001000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0 0 0 1 0 0 1 0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762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: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3A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00111010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0 1 0 1 1 1 0 0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23451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6438900" y="4417972"/>
          <a:ext cx="3876559" cy="2339394"/>
        </p:xfrm>
        <a:graphic>
          <a:graphicData uri="http://schemas.openxmlformats.org/drawingml/2006/table">
            <a:tbl>
              <a:tblPr/>
              <a:tblGrid>
                <a:gridCol w="513313">
                  <a:extLst>
                    <a:ext uri="{9D8B030D-6E8A-4147-A177-3AD203B41FA5}">
                      <a16:colId xmlns:a16="http://schemas.microsoft.com/office/drawing/2014/main" val="3538402773"/>
                    </a:ext>
                  </a:extLst>
                </a:gridCol>
                <a:gridCol w="466276">
                  <a:extLst>
                    <a:ext uri="{9D8B030D-6E8A-4147-A177-3AD203B41FA5}">
                      <a16:colId xmlns:a16="http://schemas.microsoft.com/office/drawing/2014/main" val="3034372016"/>
                    </a:ext>
                  </a:extLst>
                </a:gridCol>
                <a:gridCol w="926025">
                  <a:extLst>
                    <a:ext uri="{9D8B030D-6E8A-4147-A177-3AD203B41FA5}">
                      <a16:colId xmlns:a16="http://schemas.microsoft.com/office/drawing/2014/main" val="2594733655"/>
                    </a:ext>
                  </a:extLst>
                </a:gridCol>
                <a:gridCol w="1970945">
                  <a:extLst>
                    <a:ext uri="{9D8B030D-6E8A-4147-A177-3AD203B41FA5}">
                      <a16:colId xmlns:a16="http://schemas.microsoft.com/office/drawing/2014/main" val="1966315132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b="1" dirty="0">
                          <a:effectLst/>
                        </a:rPr>
                        <a:t>문자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Hex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Binary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effectLst/>
                        </a:rPr>
                        <a:t>LSB→MSB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91553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31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00110001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1 0 0 0 1 1 0 0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418375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33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00110011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1 1 0 0 1 1 0 0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9935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5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35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00110101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1 0 1 0 1 1 0 0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662455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7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37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00110111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1 1 1 0 1 1 0 0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215914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8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38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00111000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0 0 0 1 1 1 0 0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80794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9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39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00111001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1 0 0 1 1 1 0 0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7929669"/>
                  </a:ext>
                </a:extLst>
              </a:tr>
            </a:tbl>
          </a:graphicData>
        </a:graphic>
      </p:graphicFrame>
      <p:sp>
        <p:nvSpPr>
          <p:cNvPr id="9" name="모서리가 둥근 직사각형 8"/>
          <p:cNvSpPr/>
          <p:nvPr/>
        </p:nvSpPr>
        <p:spPr>
          <a:xfrm>
            <a:off x="2838450" y="3854450"/>
            <a:ext cx="463550" cy="2222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모서리가 둥근 직사각형 9"/>
          <p:cNvSpPr/>
          <p:nvPr/>
        </p:nvSpPr>
        <p:spPr>
          <a:xfrm>
            <a:off x="3389743" y="4781550"/>
            <a:ext cx="1429907" cy="266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6" name="꺾인 연결선 15"/>
          <p:cNvCxnSpPr>
            <a:stCxn id="10" idx="3"/>
            <a:endCxn id="9" idx="1"/>
          </p:cNvCxnSpPr>
          <p:nvPr/>
        </p:nvCxnSpPr>
        <p:spPr>
          <a:xfrm flipH="1" flipV="1">
            <a:off x="2838450" y="3965575"/>
            <a:ext cx="1981200" cy="949325"/>
          </a:xfrm>
          <a:prstGeom prst="bentConnector5">
            <a:avLst>
              <a:gd name="adj1" fmla="val -11538"/>
              <a:gd name="adj2" fmla="val 51171"/>
              <a:gd name="adj3" fmla="val 111538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모서리가 둥근 직사각형 31"/>
          <p:cNvSpPr/>
          <p:nvPr/>
        </p:nvSpPr>
        <p:spPr>
          <a:xfrm>
            <a:off x="3638550" y="3638550"/>
            <a:ext cx="120650" cy="2603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C22EB80-0679-44D8-98CB-F4AC984C8962}"/>
              </a:ext>
            </a:extLst>
          </p:cNvPr>
          <p:cNvCxnSpPr/>
          <p:nvPr/>
        </p:nvCxnSpPr>
        <p:spPr>
          <a:xfrm flipV="1">
            <a:off x="5328023" y="4545874"/>
            <a:ext cx="1110877" cy="202909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45575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B078A-A517-B000-D5E6-E342F47E8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C61A3-6BE0-2B16-A5C7-9331AD3F8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1F3DB2-DA5B-4AFB-083A-DCE16C865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39169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7BEDA2-AD74-488F-8A2E-F35766944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225" y="971108"/>
            <a:ext cx="8137730" cy="580898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6890414-BD4C-934A-1578-A22AFD957315}"/>
              </a:ext>
            </a:extLst>
          </p:cNvPr>
          <p:cNvSpPr txBox="1"/>
          <p:nvPr/>
        </p:nvSpPr>
        <p:spPr>
          <a:xfrm>
            <a:off x="8747189" y="3105834"/>
            <a:ext cx="3075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Push_data</a:t>
            </a:r>
            <a:r>
              <a:rPr lang="ko-KR" altLang="en-US" dirty="0"/>
              <a:t>가 </a:t>
            </a:r>
            <a:r>
              <a:rPr lang="en-US" altLang="ko-KR" dirty="0"/>
              <a:t>1clk</a:t>
            </a:r>
            <a:r>
              <a:rPr lang="ko-KR" altLang="en-US" dirty="0"/>
              <a:t> 이후</a:t>
            </a:r>
            <a:endParaRPr lang="en-US" altLang="ko-KR" dirty="0"/>
          </a:p>
          <a:p>
            <a:pPr algn="ctr"/>
            <a:r>
              <a:rPr lang="en-US" altLang="ko-KR" dirty="0"/>
              <a:t>Register_file[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입력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561554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37518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66" y="1034789"/>
            <a:ext cx="11987547" cy="3302261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401418" y="4403726"/>
          <a:ext cx="4874064" cy="2373456"/>
        </p:xfrm>
        <a:graphic>
          <a:graphicData uri="http://schemas.openxmlformats.org/drawingml/2006/table">
            <a:tbl>
              <a:tblPr/>
              <a:tblGrid>
                <a:gridCol w="1218516">
                  <a:extLst>
                    <a:ext uri="{9D8B030D-6E8A-4147-A177-3AD203B41FA5}">
                      <a16:colId xmlns:a16="http://schemas.microsoft.com/office/drawing/2014/main" val="1424215182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4259590890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141786257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2324160759"/>
                    </a:ext>
                  </a:extLst>
                </a:gridCol>
              </a:tblGrid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effectLst/>
                        </a:rPr>
                        <a:t>문자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Hex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Binary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LSB→MSB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34184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S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01010011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1 1 0 0 1 0 1 0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61458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T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54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01010100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0 0 1 0 1 0 1 0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622056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O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4F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01001111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1 1 1 1 0 0 1 0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7954404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P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01010000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0 0 0 0 1 0 1 0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858763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W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57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01010111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1 1 1 0 1 0 1 0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54351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A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41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01000001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1 0 0 0 0 0 1 0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6224086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T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54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01010100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0 0 1 0 1 0 1 0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0592462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C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43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01000011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1 1 0 0 0 0 1 0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96466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H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48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01001000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0 0 0 1 0 0 1 0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718307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: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3A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00111010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0 1 0 1 1 1 0 0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46766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2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32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00110010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0 1 0 0 1 1 0 0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568225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727700" y="4403726"/>
          <a:ext cx="4874064" cy="2165208"/>
        </p:xfrm>
        <a:graphic>
          <a:graphicData uri="http://schemas.openxmlformats.org/drawingml/2006/table">
            <a:tbl>
              <a:tblPr/>
              <a:tblGrid>
                <a:gridCol w="1218516">
                  <a:extLst>
                    <a:ext uri="{9D8B030D-6E8A-4147-A177-3AD203B41FA5}">
                      <a16:colId xmlns:a16="http://schemas.microsoft.com/office/drawing/2014/main" val="3586397260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1996497539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2473367592"/>
                    </a:ext>
                  </a:extLst>
                </a:gridCol>
                <a:gridCol w="1218516">
                  <a:extLst>
                    <a:ext uri="{9D8B030D-6E8A-4147-A177-3AD203B41FA5}">
                      <a16:colId xmlns:a16="http://schemas.microsoft.com/office/drawing/2014/main" val="1900175190"/>
                    </a:ext>
                  </a:extLst>
                </a:gridCol>
              </a:tblGrid>
              <a:tr h="9889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800" b="1" dirty="0">
                          <a:effectLst/>
                        </a:rPr>
                        <a:t>문자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Hex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Binary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 dirty="0">
                          <a:effectLst/>
                        </a:rPr>
                        <a:t>LSB→MSB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229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33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00110011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1 1 0 0 1 1 0 0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86272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: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3A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00111010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0 1 0 1 1 1 0 0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400022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5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35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00110101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1 0 1 0 1 1 0 0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116095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9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39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00110011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1 0 0 1 1 1 0 0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0006558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: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dirty="0">
                          <a:effectLst/>
                        </a:rPr>
                        <a:t>3A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00111010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0 1 0 1 1 1 0 0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904561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4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34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00110100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0 0 1 0 1 1 0 0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5243337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00110001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1 0 0 0 1 1 0 0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0898120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: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>
                          <a:effectLst/>
                        </a:rPr>
                        <a:t>3A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00111010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0 1 0 1 1 1 0 0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2542133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33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00110011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1 1 0 0 1 1 0 0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076445"/>
                  </a:ext>
                </a:extLst>
              </a:tr>
              <a:tr h="19778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6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36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>
                          <a:effectLst/>
                        </a:rPr>
                        <a:t>00110110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dirty="0">
                          <a:effectLst/>
                        </a:rPr>
                        <a:t>0 1 1 0 1 1 0 0</a:t>
                      </a:r>
                    </a:p>
                  </a:txBody>
                  <a:tcPr marL="35319" marR="35319" marT="35319" marB="35319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0860807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2838450" y="3606800"/>
            <a:ext cx="508000" cy="4635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4083050" y="4616450"/>
            <a:ext cx="762000" cy="18415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4" name="꺾인 연결선 13"/>
          <p:cNvCxnSpPr>
            <a:stCxn id="8" idx="3"/>
            <a:endCxn id="7" idx="1"/>
          </p:cNvCxnSpPr>
          <p:nvPr/>
        </p:nvCxnSpPr>
        <p:spPr>
          <a:xfrm flipH="1" flipV="1">
            <a:off x="2838450" y="3838575"/>
            <a:ext cx="2006600" cy="869950"/>
          </a:xfrm>
          <a:prstGeom prst="bentConnector5">
            <a:avLst>
              <a:gd name="adj1" fmla="val -11392"/>
              <a:gd name="adj2" fmla="val 41971"/>
              <a:gd name="adj3" fmla="val 111392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 flipV="1">
            <a:off x="5275482" y="4470330"/>
            <a:ext cx="452218" cy="22416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0958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D4FAC-1506-824E-8645-42416DEF0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B5221-D5EF-BB52-F41D-94B24561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2ACEFA-61F3-8347-A0AF-BF3646AFD2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39169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E4D78A-FC29-55AC-0136-4079D40190AE}"/>
              </a:ext>
            </a:extLst>
          </p:cNvPr>
          <p:cNvSpPr txBox="1"/>
          <p:nvPr/>
        </p:nvSpPr>
        <p:spPr>
          <a:xfrm>
            <a:off x="8454958" y="3105834"/>
            <a:ext cx="3075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Push_data</a:t>
            </a:r>
            <a:r>
              <a:rPr lang="ko-KR" altLang="en-US" dirty="0"/>
              <a:t>가 </a:t>
            </a:r>
            <a:r>
              <a:rPr lang="en-US" altLang="ko-KR" dirty="0"/>
              <a:t>1clk</a:t>
            </a:r>
            <a:r>
              <a:rPr lang="ko-KR" altLang="en-US" dirty="0"/>
              <a:t> 이후</a:t>
            </a:r>
            <a:endParaRPr lang="en-US" altLang="ko-KR" dirty="0"/>
          </a:p>
          <a:p>
            <a:pPr algn="ctr"/>
            <a:r>
              <a:rPr lang="en-US" altLang="ko-KR" dirty="0"/>
              <a:t>Register_file[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입력 </a:t>
            </a:r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68B637-A54E-5FD2-5FC1-C66AFBEF5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1" y="922948"/>
            <a:ext cx="7805899" cy="576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7544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" y="1030284"/>
            <a:ext cx="12064186" cy="3109916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42598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1597922" y="4225927"/>
          <a:ext cx="4055856" cy="2343026"/>
        </p:xfrm>
        <a:graphic>
          <a:graphicData uri="http://schemas.openxmlformats.org/drawingml/2006/table">
            <a:tbl>
              <a:tblPr/>
              <a:tblGrid>
                <a:gridCol w="537055">
                  <a:extLst>
                    <a:ext uri="{9D8B030D-6E8A-4147-A177-3AD203B41FA5}">
                      <a16:colId xmlns:a16="http://schemas.microsoft.com/office/drawing/2014/main" val="389686376"/>
                    </a:ext>
                  </a:extLst>
                </a:gridCol>
                <a:gridCol w="487842">
                  <a:extLst>
                    <a:ext uri="{9D8B030D-6E8A-4147-A177-3AD203B41FA5}">
                      <a16:colId xmlns:a16="http://schemas.microsoft.com/office/drawing/2014/main" val="3293823384"/>
                    </a:ext>
                  </a:extLst>
                </a:gridCol>
                <a:gridCol w="968855">
                  <a:extLst>
                    <a:ext uri="{9D8B030D-6E8A-4147-A177-3AD203B41FA5}">
                      <a16:colId xmlns:a16="http://schemas.microsoft.com/office/drawing/2014/main" val="3658037359"/>
                    </a:ext>
                  </a:extLst>
                </a:gridCol>
                <a:gridCol w="2062104">
                  <a:extLst>
                    <a:ext uri="{9D8B030D-6E8A-4147-A177-3AD203B41FA5}">
                      <a16:colId xmlns:a16="http://schemas.microsoft.com/office/drawing/2014/main" val="2531277568"/>
                    </a:ext>
                  </a:extLst>
                </a:gridCol>
              </a:tblGrid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문자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Hex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Binary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LSB→MSB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447638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D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44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01000100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0 0 1 0 0 0 1 0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9244637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I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49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01001001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1 0 0 1 0 0 1 0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326656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S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53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01010011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1 1 0 0 1 0 1 0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684429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T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54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01010100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0 0 1 0 1 0 1 0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48745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A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41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01000001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1 0 0 0 0 0 1 0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602765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N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effectLst/>
                        </a:rPr>
                        <a:t>4E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01001110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0 1 1 1 0 0 1 0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3004695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6197600" y="4225927"/>
          <a:ext cx="4055856" cy="2339394"/>
        </p:xfrm>
        <a:graphic>
          <a:graphicData uri="http://schemas.openxmlformats.org/drawingml/2006/table">
            <a:tbl>
              <a:tblPr/>
              <a:tblGrid>
                <a:gridCol w="537055">
                  <a:extLst>
                    <a:ext uri="{9D8B030D-6E8A-4147-A177-3AD203B41FA5}">
                      <a16:colId xmlns:a16="http://schemas.microsoft.com/office/drawing/2014/main" val="3502313544"/>
                    </a:ext>
                  </a:extLst>
                </a:gridCol>
                <a:gridCol w="487842">
                  <a:extLst>
                    <a:ext uri="{9D8B030D-6E8A-4147-A177-3AD203B41FA5}">
                      <a16:colId xmlns:a16="http://schemas.microsoft.com/office/drawing/2014/main" val="3941454036"/>
                    </a:ext>
                  </a:extLst>
                </a:gridCol>
                <a:gridCol w="968855">
                  <a:extLst>
                    <a:ext uri="{9D8B030D-6E8A-4147-A177-3AD203B41FA5}">
                      <a16:colId xmlns:a16="http://schemas.microsoft.com/office/drawing/2014/main" val="3487536252"/>
                    </a:ext>
                  </a:extLst>
                </a:gridCol>
                <a:gridCol w="2062104">
                  <a:extLst>
                    <a:ext uri="{9D8B030D-6E8A-4147-A177-3AD203B41FA5}">
                      <a16:colId xmlns:a16="http://schemas.microsoft.com/office/drawing/2014/main" val="590546565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pPr algn="l"/>
                      <a:r>
                        <a:rPr lang="ko-KR" altLang="en-US" sz="1400" dirty="0">
                          <a:effectLst/>
                        </a:rPr>
                        <a:t>문자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Hex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Binary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LSB→MSB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46284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C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43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01000011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1 1 0 0 0 0 1 0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0681381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E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45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01000101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1 0 1 0 0 0 1 0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9820806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: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effectLst/>
                        </a:rPr>
                        <a:t>3A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00111010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0 1 0 1 1 1 0 0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939169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00110001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1 0 0 0 1 1 0 0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5170600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6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36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00110110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0 1 1 0 1 1 0 0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775152"/>
                  </a:ext>
                </a:extLst>
              </a:tr>
              <a:tr h="334718"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7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37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>
                          <a:effectLst/>
                        </a:rPr>
                        <a:t>00110111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dirty="0">
                          <a:effectLst/>
                        </a:rPr>
                        <a:t>1 1 1 0 1 1 0 0</a:t>
                      </a:r>
                    </a:p>
                  </a:txBody>
                  <a:tcPr marL="59771" marR="59771" marT="59771" marB="5977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4015095"/>
                  </a:ext>
                </a:extLst>
              </a:tr>
            </a:tbl>
          </a:graphicData>
        </a:graphic>
      </p:graphicFrame>
      <p:sp>
        <p:nvSpPr>
          <p:cNvPr id="12" name="모서리가 둥근 직사각형 11"/>
          <p:cNvSpPr/>
          <p:nvPr/>
        </p:nvSpPr>
        <p:spPr>
          <a:xfrm>
            <a:off x="2768600" y="3575050"/>
            <a:ext cx="450850" cy="3937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3" name="모서리가 둥근 직사각형 12"/>
          <p:cNvSpPr/>
          <p:nvPr/>
        </p:nvSpPr>
        <p:spPr>
          <a:xfrm>
            <a:off x="3625850" y="4537438"/>
            <a:ext cx="1320800" cy="35206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6" name="꺾인 연결선 15"/>
          <p:cNvCxnSpPr>
            <a:stCxn id="13" idx="3"/>
            <a:endCxn id="12" idx="1"/>
          </p:cNvCxnSpPr>
          <p:nvPr/>
        </p:nvCxnSpPr>
        <p:spPr>
          <a:xfrm flipH="1" flipV="1">
            <a:off x="2768600" y="3771900"/>
            <a:ext cx="2178050" cy="941569"/>
          </a:xfrm>
          <a:prstGeom prst="bentConnector5">
            <a:avLst>
              <a:gd name="adj1" fmla="val -10496"/>
              <a:gd name="adj2" fmla="val 48894"/>
              <a:gd name="adj3" fmla="val 110496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/>
          <p:nvPr/>
        </p:nvCxnSpPr>
        <p:spPr>
          <a:xfrm flipV="1">
            <a:off x="5653778" y="4368800"/>
            <a:ext cx="543822" cy="2032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931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2FCE3-28EF-B40C-3BBD-77C203E41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EF93-CA00-12D1-98CA-FA344F58C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1578DD-FD6E-4DF0-F40C-82AC7A813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39169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45C803-DCA2-9797-29AC-C74A0084EF15}"/>
              </a:ext>
            </a:extLst>
          </p:cNvPr>
          <p:cNvSpPr txBox="1"/>
          <p:nvPr/>
        </p:nvSpPr>
        <p:spPr>
          <a:xfrm>
            <a:off x="8106167" y="3105834"/>
            <a:ext cx="3075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가 </a:t>
            </a:r>
            <a:r>
              <a:rPr lang="en-US" altLang="ko-KR" dirty="0"/>
              <a:t>1clk</a:t>
            </a:r>
            <a:r>
              <a:rPr lang="ko-KR" altLang="en-US" dirty="0"/>
              <a:t> 이후</a:t>
            </a:r>
            <a:endParaRPr lang="en-US" altLang="ko-KR" dirty="0"/>
          </a:p>
          <a:p>
            <a:pPr algn="ctr"/>
            <a:r>
              <a:rPr lang="en-US" altLang="ko-KR" dirty="0"/>
              <a:t>Register_file[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입력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EE572D-D940-393C-87C1-442AD562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20" y="922948"/>
            <a:ext cx="7285177" cy="590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14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6093070" y="4299670"/>
          <a:ext cx="5361472" cy="2170260"/>
        </p:xfrm>
        <a:graphic>
          <a:graphicData uri="http://schemas.openxmlformats.org/drawingml/2006/table">
            <a:tbl>
              <a:tblPr/>
              <a:tblGrid>
                <a:gridCol w="1340368">
                  <a:extLst>
                    <a:ext uri="{9D8B030D-6E8A-4147-A177-3AD203B41FA5}">
                      <a16:colId xmlns:a16="http://schemas.microsoft.com/office/drawing/2014/main" val="3944217261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467115581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1362827095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3117918599"/>
                    </a:ext>
                  </a:extLst>
                </a:gridCol>
              </a:tblGrid>
              <a:tr h="108784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effectLst/>
                        </a:rPr>
                        <a:t>문자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Hex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Binary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LSB→MSB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7475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I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49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01001001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1 0 0 1 0 0 1 0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104946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T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54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01010100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0 0 1 0 1 0 1 0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02013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Y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59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01011001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1 0 0 1 1 0 1 0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80194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: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3A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00111010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0 1 0 1 1 1 0 0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185752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32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00110010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0 1 0 0 1 1 0 0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35263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6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36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00110110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0 1 1 0 1 1 0 0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87964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/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2F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00101111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1 1 1 1 0 1 0 0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004915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2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32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00110010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0 1 0 0 1 1 0 0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283469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4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34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00110100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0 0 1 0 1 1 0 0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2929236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478" y="633046"/>
            <a:ext cx="43741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cxnSp>
        <p:nvCxnSpPr>
          <p:cNvPr id="28" name="직선 화살표 연결선 27"/>
          <p:cNvCxnSpPr/>
          <p:nvPr/>
        </p:nvCxnSpPr>
        <p:spPr>
          <a:xfrm flipV="1">
            <a:off x="5653778" y="4406900"/>
            <a:ext cx="439292" cy="219075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" y="982402"/>
            <a:ext cx="11978912" cy="3259398"/>
          </a:xfrm>
          <a:prstGeom prst="rect">
            <a:avLst/>
          </a:prstGeom>
        </p:spPr>
      </p:pic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92306" y="4302124"/>
          <a:ext cx="5361472" cy="2393237"/>
        </p:xfrm>
        <a:graphic>
          <a:graphicData uri="http://schemas.openxmlformats.org/drawingml/2006/table">
            <a:tbl>
              <a:tblPr/>
              <a:tblGrid>
                <a:gridCol w="1340368">
                  <a:extLst>
                    <a:ext uri="{9D8B030D-6E8A-4147-A177-3AD203B41FA5}">
                      <a16:colId xmlns:a16="http://schemas.microsoft.com/office/drawing/2014/main" val="3416382953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2088138596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861048967"/>
                    </a:ext>
                  </a:extLst>
                </a:gridCol>
                <a:gridCol w="1340368">
                  <a:extLst>
                    <a:ext uri="{9D8B030D-6E8A-4147-A177-3AD203B41FA5}">
                      <a16:colId xmlns:a16="http://schemas.microsoft.com/office/drawing/2014/main" val="3032762635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ko-KR" altLang="en-US" sz="900" dirty="0">
                          <a:effectLst/>
                        </a:rPr>
                        <a:t>문자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Hex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Binary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 dirty="0">
                          <a:effectLst/>
                        </a:rPr>
                        <a:t>LSB→MSB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254947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T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54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01010100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0 0 1 0 1 0 1 0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54907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E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45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01000101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1 0 1 0 0 0 1 0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770811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M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4D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01001101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1 0 1 1 0 0 1 0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500099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P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50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01010000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0 0 0 0 1 0 1 0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3608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/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2F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00101111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1 1 1 1 0 1 0 0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91278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H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48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01001000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0 0 0 1 0 0 1 0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88034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U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55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01010101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1 0 1 0 1 0 1 0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261200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M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4D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01001101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1 0 1 1 0 0 1 0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8244700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I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49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01001001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1 0 0 1 0 0 1 0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72470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l"/>
                      <a:r>
                        <a:rPr lang="en-US" sz="900">
                          <a:effectLst/>
                        </a:rPr>
                        <a:t>D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44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>
                          <a:effectLst/>
                        </a:rPr>
                        <a:t>01000100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900" dirty="0">
                          <a:effectLst/>
                        </a:rPr>
                        <a:t>0 0 1 0 0 0 1 0</a:t>
                      </a:r>
                    </a:p>
                  </a:txBody>
                  <a:tcPr marL="38851" marR="38851" marT="38851" marB="38851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750562"/>
                  </a:ext>
                </a:extLst>
              </a:tr>
            </a:tbl>
          </a:graphicData>
        </a:graphic>
      </p:graphicFrame>
      <p:sp>
        <p:nvSpPr>
          <p:cNvPr id="14" name="모서리가 둥근 직사각형 13"/>
          <p:cNvSpPr/>
          <p:nvPr/>
        </p:nvSpPr>
        <p:spPr>
          <a:xfrm>
            <a:off x="2774950" y="3575050"/>
            <a:ext cx="488950" cy="41910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5" name="모서리가 둥근 직사각형 14"/>
          <p:cNvSpPr/>
          <p:nvPr/>
        </p:nvSpPr>
        <p:spPr>
          <a:xfrm>
            <a:off x="4305300" y="4527550"/>
            <a:ext cx="895350" cy="18669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8" name="꺾인 연결선 17"/>
          <p:cNvCxnSpPr>
            <a:stCxn id="15" idx="0"/>
            <a:endCxn id="14" idx="1"/>
          </p:cNvCxnSpPr>
          <p:nvPr/>
        </p:nvCxnSpPr>
        <p:spPr>
          <a:xfrm rot="16200000" flipV="1">
            <a:off x="3392488" y="3167062"/>
            <a:ext cx="742950" cy="1978025"/>
          </a:xfrm>
          <a:prstGeom prst="bentConnector4">
            <a:avLst>
              <a:gd name="adj1" fmla="val 35897"/>
              <a:gd name="adj2" fmla="val 111557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115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34015-6BEB-6EEC-4EA3-670FEFBF2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113A15-2C1B-D446-02D9-7F7E97C3F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Top </a:t>
            </a:r>
            <a:r>
              <a:rPr lang="en-US" altLang="ko-KR" dirty="0" err="1"/>
              <a:t>Uart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FC921-6CD5-ED4A-624B-58F8B00AD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78" y="633046"/>
            <a:ext cx="3916972" cy="5798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b="1" dirty="0"/>
              <a:t>Case2. </a:t>
            </a:r>
            <a:r>
              <a:rPr lang="en-US" altLang="ko-KR" b="1" dirty="0" err="1"/>
              <a:t>uart_s</a:t>
            </a:r>
            <a:r>
              <a:rPr lang="en-US" altLang="ko-KR" b="1" dirty="0"/>
              <a:t> -&gt; data</a:t>
            </a:r>
            <a:r>
              <a:rPr lang="ko-KR" altLang="en-US" b="1" dirty="0"/>
              <a:t>를 </a:t>
            </a:r>
            <a:r>
              <a:rPr lang="en-US" altLang="ko-KR" b="1" dirty="0"/>
              <a:t> </a:t>
            </a:r>
            <a:r>
              <a:rPr lang="en-US" altLang="ko-KR" b="1" dirty="0" err="1"/>
              <a:t>tx</a:t>
            </a:r>
            <a:r>
              <a:rPr lang="en-US" altLang="ko-KR" b="1" dirty="0"/>
              <a:t> </a:t>
            </a:r>
            <a:r>
              <a:rPr lang="ko-KR" altLang="en-US" b="1" dirty="0"/>
              <a:t>출력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7A7CAD-B307-2B56-311E-B3F8848B5BB7}"/>
              </a:ext>
            </a:extLst>
          </p:cNvPr>
          <p:cNvSpPr txBox="1"/>
          <p:nvPr/>
        </p:nvSpPr>
        <p:spPr>
          <a:xfrm>
            <a:off x="8577506" y="3105834"/>
            <a:ext cx="30755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err="1"/>
              <a:t>wdata</a:t>
            </a:r>
            <a:r>
              <a:rPr lang="ko-KR" altLang="en-US" dirty="0"/>
              <a:t>가 </a:t>
            </a:r>
            <a:r>
              <a:rPr lang="en-US" altLang="ko-KR" dirty="0"/>
              <a:t>1clk</a:t>
            </a:r>
            <a:r>
              <a:rPr lang="ko-KR" altLang="en-US" dirty="0"/>
              <a:t> 이후</a:t>
            </a:r>
            <a:endParaRPr lang="en-US" altLang="ko-KR" dirty="0"/>
          </a:p>
          <a:p>
            <a:pPr algn="ctr"/>
            <a:r>
              <a:rPr lang="en-US" altLang="ko-KR" dirty="0"/>
              <a:t>Register_file[</a:t>
            </a:r>
            <a:r>
              <a:rPr lang="en-US" altLang="ko-KR" dirty="0" err="1"/>
              <a:t>waddr</a:t>
            </a:r>
            <a:r>
              <a:rPr lang="en-US" altLang="ko-KR" dirty="0"/>
              <a:t>]</a:t>
            </a:r>
            <a:r>
              <a:rPr lang="ko-KR" altLang="en-US" dirty="0"/>
              <a:t>에 입력 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B44A63B-1486-65C9-3E36-E3F90E0F5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03" y="922948"/>
            <a:ext cx="7763105" cy="585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6831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- </a:t>
            </a:r>
            <a:r>
              <a:rPr lang="ko-KR" altLang="en-US" dirty="0"/>
              <a:t>전체 </a:t>
            </a:r>
            <a:r>
              <a:rPr lang="en-US" altLang="ko-KR" dirty="0"/>
              <a:t>Block diagram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156"/>
          <a:stretch/>
        </p:blipFill>
        <p:spPr>
          <a:xfrm>
            <a:off x="313106" y="633045"/>
            <a:ext cx="7919476" cy="6081689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6F0D3CB-50ED-057F-0552-16F31BC2BAF8}"/>
              </a:ext>
            </a:extLst>
          </p:cNvPr>
          <p:cNvSpPr/>
          <p:nvPr/>
        </p:nvSpPr>
        <p:spPr>
          <a:xfrm>
            <a:off x="4546120" y="1716656"/>
            <a:ext cx="2579299" cy="2613804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CE0F7CD-7011-8275-2EE3-8398F090EFE5}"/>
              </a:ext>
            </a:extLst>
          </p:cNvPr>
          <p:cNvCxnSpPr>
            <a:cxnSpLocks/>
          </p:cNvCxnSpPr>
          <p:nvPr/>
        </p:nvCxnSpPr>
        <p:spPr>
          <a:xfrm>
            <a:off x="7125419" y="3023558"/>
            <a:ext cx="1423358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0EE1B5-2072-A365-3ED8-B1A30123C714}"/>
              </a:ext>
            </a:extLst>
          </p:cNvPr>
          <p:cNvSpPr txBox="1"/>
          <p:nvPr/>
        </p:nvSpPr>
        <p:spPr>
          <a:xfrm>
            <a:off x="8643668" y="2284894"/>
            <a:ext cx="323522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stopwatch/watch</a:t>
            </a:r>
            <a:r>
              <a:rPr lang="en-US" altLang="ko-KR" dirty="0"/>
              <a:t> </a:t>
            </a:r>
            <a:r>
              <a:rPr lang="ko-KR" altLang="en-US" dirty="0"/>
              <a:t>데이터와 </a:t>
            </a:r>
            <a:r>
              <a:rPr lang="en-US" altLang="ko-KR" b="1" dirty="0"/>
              <a:t>sensor</a:t>
            </a:r>
            <a:r>
              <a:rPr lang="en-US" altLang="ko-KR" dirty="0"/>
              <a:t> </a:t>
            </a:r>
            <a:r>
              <a:rPr lang="ko-KR" altLang="en-US" dirty="0"/>
              <a:t>데이터를 </a:t>
            </a:r>
            <a:r>
              <a:rPr lang="ko-KR" altLang="en-US" b="1" dirty="0">
                <a:solidFill>
                  <a:schemeClr val="accent2"/>
                </a:solidFill>
              </a:rPr>
              <a:t>각각 독립된 </a:t>
            </a:r>
            <a:r>
              <a:rPr lang="en-US" altLang="ko-KR" b="1" dirty="0">
                <a:solidFill>
                  <a:schemeClr val="accent2"/>
                </a:solidFill>
              </a:rPr>
              <a:t>FND</a:t>
            </a:r>
            <a:r>
              <a:rPr lang="ko-KR" altLang="en-US" b="1" dirty="0">
                <a:solidFill>
                  <a:schemeClr val="accent2"/>
                </a:solidFill>
              </a:rPr>
              <a:t>로 구성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[3]</a:t>
            </a:r>
            <a:r>
              <a:rPr lang="ko-KR" altLang="en-US" dirty="0"/>
              <a:t>을 이용해 </a:t>
            </a:r>
            <a:r>
              <a:rPr lang="ko-KR" altLang="en-US" b="1" dirty="0">
                <a:solidFill>
                  <a:schemeClr val="accent2"/>
                </a:solidFill>
              </a:rPr>
              <a:t>출력 경로를 선택</a:t>
            </a:r>
            <a:r>
              <a:rPr lang="ko-KR" altLang="en-US" dirty="0"/>
              <a:t>하도록 구현함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5090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FSM </a:t>
            </a:r>
            <a:r>
              <a:rPr lang="en-US" altLang="ko-KR"/>
              <a:t>(Control Unit)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33" y="1511170"/>
            <a:ext cx="6647673" cy="525209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517D05B-80D0-5998-5FBD-0EF06E286D57}"/>
              </a:ext>
            </a:extLst>
          </p:cNvPr>
          <p:cNvSpPr/>
          <p:nvPr/>
        </p:nvSpPr>
        <p:spPr>
          <a:xfrm>
            <a:off x="2147977" y="4786415"/>
            <a:ext cx="2794959" cy="206171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965024-291E-B9FF-D894-8BFEEFF0B1B5}"/>
              </a:ext>
            </a:extLst>
          </p:cNvPr>
          <p:cNvSpPr txBox="1"/>
          <p:nvPr/>
        </p:nvSpPr>
        <p:spPr>
          <a:xfrm>
            <a:off x="244833" y="825896"/>
            <a:ext cx="53364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기존 </a:t>
            </a:r>
            <a:r>
              <a:rPr lang="en-US" altLang="ko-KR" sz="2000" dirty="0"/>
              <a:t>Stopwatch/Watch FSM</a:t>
            </a:r>
            <a:r>
              <a:rPr lang="ko-KR" altLang="en-US" sz="2000" dirty="0"/>
              <a:t>에서 </a:t>
            </a:r>
            <a:r>
              <a:rPr lang="ko-KR" altLang="en-US" sz="2000" b="1" dirty="0" err="1"/>
              <a:t>센서부</a:t>
            </a:r>
            <a:r>
              <a:rPr lang="ko-KR" altLang="en-US" sz="2000" dirty="0"/>
              <a:t> 추가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1AD518D1-7B55-BF4F-B2AC-05D19F8A0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318912"/>
              </p:ext>
            </p:extLst>
          </p:nvPr>
        </p:nvGraphicFramePr>
        <p:xfrm>
          <a:off x="8437053" y="3604678"/>
          <a:ext cx="3213939" cy="17252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71313">
                  <a:extLst>
                    <a:ext uri="{9D8B030D-6E8A-4147-A177-3AD203B41FA5}">
                      <a16:colId xmlns:a16="http://schemas.microsoft.com/office/drawing/2014/main" val="804749467"/>
                    </a:ext>
                  </a:extLst>
                </a:gridCol>
                <a:gridCol w="1071313">
                  <a:extLst>
                    <a:ext uri="{9D8B030D-6E8A-4147-A177-3AD203B41FA5}">
                      <a16:colId xmlns:a16="http://schemas.microsoft.com/office/drawing/2014/main" val="4146489700"/>
                    </a:ext>
                  </a:extLst>
                </a:gridCol>
                <a:gridCol w="1071313">
                  <a:extLst>
                    <a:ext uri="{9D8B030D-6E8A-4147-A177-3AD203B41FA5}">
                      <a16:colId xmlns:a16="http://schemas.microsoft.com/office/drawing/2014/main" val="3457622051"/>
                    </a:ext>
                  </a:extLst>
                </a:gridCol>
              </a:tblGrid>
              <a:tr h="5511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sw</a:t>
                      </a:r>
                      <a:r>
                        <a:rPr lang="en-US" altLang="ko-KR" dirty="0"/>
                        <a:t>[3]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sw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7978636"/>
                  </a:ext>
                </a:extLst>
              </a:tr>
              <a:tr h="622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SR04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076893"/>
                  </a:ext>
                </a:extLst>
              </a:tr>
              <a:tr h="5511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DHT11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076766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259BE4BB-06AE-B196-47B2-E784099AB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9734205"/>
              </p:ext>
            </p:extLst>
          </p:nvPr>
        </p:nvGraphicFramePr>
        <p:xfrm>
          <a:off x="5776821" y="1194715"/>
          <a:ext cx="5874171" cy="1725201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958057">
                  <a:extLst>
                    <a:ext uri="{9D8B030D-6E8A-4147-A177-3AD203B41FA5}">
                      <a16:colId xmlns:a16="http://schemas.microsoft.com/office/drawing/2014/main" val="1866884554"/>
                    </a:ext>
                  </a:extLst>
                </a:gridCol>
                <a:gridCol w="1958057">
                  <a:extLst>
                    <a:ext uri="{9D8B030D-6E8A-4147-A177-3AD203B41FA5}">
                      <a16:colId xmlns:a16="http://schemas.microsoft.com/office/drawing/2014/main" val="367306973"/>
                    </a:ext>
                  </a:extLst>
                </a:gridCol>
                <a:gridCol w="1958057">
                  <a:extLst>
                    <a:ext uri="{9D8B030D-6E8A-4147-A177-3AD203B41FA5}">
                      <a16:colId xmlns:a16="http://schemas.microsoft.com/office/drawing/2014/main" val="341215832"/>
                    </a:ext>
                  </a:extLst>
                </a:gridCol>
              </a:tblGrid>
              <a:tr h="5697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sw</a:t>
                      </a:r>
                      <a:r>
                        <a:rPr lang="en-US" altLang="ko-KR" dirty="0"/>
                        <a:t>[2]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sw</a:t>
                      </a:r>
                      <a:r>
                        <a:rPr lang="en-US" altLang="ko-KR" dirty="0"/>
                        <a:t>[1]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/>
                        <a:t>sw</a:t>
                      </a:r>
                      <a:r>
                        <a:rPr lang="en-US" altLang="ko-KR" dirty="0"/>
                        <a:t>[0]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345643"/>
                  </a:ext>
                </a:extLst>
              </a:tr>
              <a:tr h="577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24h: 0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WATCH : 0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sec/msec : 0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8725341"/>
                  </a:ext>
                </a:extLst>
              </a:tr>
              <a:tr h="5777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am/pm : 1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STOPWATCH : 1</a:t>
                      </a:r>
                      <a:endParaRPr lang="ko-KR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/>
                        <a:t>min/hour : 1</a:t>
                      </a:r>
                      <a:endParaRPr lang="ko-KR" alt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2620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59144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EDF91-4D78-A634-D728-07C59C2A7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A41EC-D2B1-ECF7-A7BF-3E09A6B65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Scenario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15A92D-1C53-3AD2-0CFD-02B3271815D1}"/>
              </a:ext>
            </a:extLst>
          </p:cNvPr>
          <p:cNvSpPr txBox="1"/>
          <p:nvPr/>
        </p:nvSpPr>
        <p:spPr>
          <a:xfrm>
            <a:off x="334938" y="2182505"/>
            <a:ext cx="1151626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&lt;Verification Check Point&gt;</a:t>
            </a:r>
          </a:p>
          <a:p>
            <a:endParaRPr lang="en-US" altLang="ko-KR" sz="2400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/>
              <a:t> </a:t>
            </a:r>
            <a:r>
              <a:rPr lang="ko-KR" altLang="en-US" b="1" dirty="0"/>
              <a:t>입력</a:t>
            </a:r>
            <a:r>
              <a:rPr lang="ko-KR" altLang="en-US" dirty="0"/>
              <a:t>을 </a:t>
            </a:r>
            <a:r>
              <a:rPr lang="ko-KR" altLang="en-US" b="1" dirty="0"/>
              <a:t>순차적으로 변경</a:t>
            </a:r>
            <a:r>
              <a:rPr lang="ko-KR" altLang="en-US" dirty="0"/>
              <a:t>하여 </a:t>
            </a:r>
            <a:r>
              <a:rPr lang="en-US" altLang="ko-KR" b="1" dirty="0">
                <a:solidFill>
                  <a:schemeClr val="accent2"/>
                </a:solidFill>
              </a:rPr>
              <a:t>WATCH, STOPWATCH, SR04, DHT11</a:t>
            </a:r>
            <a:r>
              <a:rPr lang="en-US" altLang="ko-KR" dirty="0"/>
              <a:t> </a:t>
            </a:r>
            <a:r>
              <a:rPr lang="ko-KR" altLang="en-US" dirty="0"/>
              <a:t>표시 모드가 </a:t>
            </a:r>
            <a:r>
              <a:rPr lang="ko-KR" altLang="en-US" b="1" dirty="0"/>
              <a:t>정상적으로 선택되는지 확인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이후 </a:t>
            </a:r>
            <a:r>
              <a:rPr lang="en-US" altLang="ko-KR" b="1" dirty="0">
                <a:solidFill>
                  <a:schemeClr val="accent2"/>
                </a:solidFill>
              </a:rPr>
              <a:t>sensor</a:t>
            </a:r>
            <a:r>
              <a:rPr lang="en-US" altLang="ko-KR" b="1" dirty="0"/>
              <a:t> mode</a:t>
            </a:r>
            <a:r>
              <a:rPr lang="ko-KR" altLang="en-US" b="1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WATCH</a:t>
            </a:r>
            <a:r>
              <a:rPr lang="en-US" altLang="ko-KR" b="1" dirty="0"/>
              <a:t> </a:t>
            </a:r>
            <a:r>
              <a:rPr lang="ko-KR" altLang="en-US" b="1" dirty="0"/>
              <a:t>상태로 복귀</a:t>
            </a:r>
            <a:r>
              <a:rPr lang="ko-KR" altLang="en-US" dirty="0"/>
              <a:t>한 뒤</a:t>
            </a:r>
            <a:r>
              <a:rPr lang="en-US" altLang="ko-KR" dirty="0"/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btnR</a:t>
            </a:r>
            <a:r>
              <a:rPr lang="en-US" altLang="ko-KR" b="1" dirty="0">
                <a:solidFill>
                  <a:schemeClr val="accent2"/>
                </a:solidFill>
              </a:rPr>
              <a:t>/</a:t>
            </a:r>
            <a:r>
              <a:rPr lang="en-US" altLang="ko-KR" b="1" dirty="0" err="1">
                <a:solidFill>
                  <a:schemeClr val="accent2"/>
                </a:solidFill>
              </a:rPr>
              <a:t>btnL</a:t>
            </a:r>
            <a:r>
              <a:rPr lang="en-US" altLang="ko-KR" dirty="0"/>
              <a:t> </a:t>
            </a:r>
            <a:r>
              <a:rPr lang="ko-KR" altLang="en-US" dirty="0"/>
              <a:t>입력을 통해 </a:t>
            </a:r>
            <a:r>
              <a:rPr lang="en-US" altLang="ko-KR" b="1" dirty="0">
                <a:solidFill>
                  <a:schemeClr val="accent2"/>
                </a:solidFill>
              </a:rPr>
              <a:t>HOUR, MIN, SEC </a:t>
            </a:r>
            <a:r>
              <a:rPr lang="ko-KR" altLang="en-US" b="1" dirty="0">
                <a:solidFill>
                  <a:schemeClr val="accent2"/>
                </a:solidFill>
              </a:rPr>
              <a:t>수정 상태</a:t>
            </a:r>
            <a:r>
              <a:rPr lang="ko-KR" altLang="en-US" dirty="0"/>
              <a:t> 전이를 검증</a:t>
            </a:r>
            <a:r>
              <a:rPr lang="en-US" altLang="ko-KR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각 구간에서 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fnd_data</a:t>
            </a:r>
            <a:r>
              <a:rPr lang="en-US" altLang="ko-KR" b="1" dirty="0">
                <a:solidFill>
                  <a:schemeClr val="accent2"/>
                </a:solidFill>
              </a:rPr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w_fnd_data_main</a:t>
            </a:r>
            <a:r>
              <a:rPr lang="en-US" altLang="ko-KR" b="1" dirty="0">
                <a:solidFill>
                  <a:schemeClr val="accent2"/>
                </a:solidFill>
              </a:rPr>
              <a:t>/sensor, </a:t>
            </a:r>
            <a:r>
              <a:rPr lang="en-US" altLang="ko-KR" b="1" dirty="0" err="1">
                <a:solidFill>
                  <a:schemeClr val="accent2"/>
                </a:solidFill>
              </a:rPr>
              <a:t>w_btnR</a:t>
            </a:r>
            <a:r>
              <a:rPr lang="en-US" altLang="ko-KR" b="1" dirty="0">
                <a:solidFill>
                  <a:schemeClr val="accent2"/>
                </a:solidFill>
              </a:rPr>
              <a:t>/L, </a:t>
            </a:r>
            <a:r>
              <a:rPr lang="en-US" altLang="ko-KR" b="1" dirty="0" err="1">
                <a:solidFill>
                  <a:schemeClr val="accent2"/>
                </a:solidFill>
              </a:rPr>
              <a:t>w_c_hour</a:t>
            </a:r>
            <a:r>
              <a:rPr lang="en-US" altLang="ko-KR" b="1" dirty="0">
                <a:solidFill>
                  <a:schemeClr val="accent2"/>
                </a:solidFill>
              </a:rPr>
              <a:t>/min/sec, </a:t>
            </a:r>
            <a:r>
              <a:rPr lang="en-US" altLang="ko-KR" b="1" dirty="0" err="1">
                <a:solidFill>
                  <a:schemeClr val="accent2"/>
                </a:solidFill>
              </a:rPr>
              <a:t>w_blink_sel</a:t>
            </a:r>
            <a:r>
              <a:rPr lang="ko-KR" altLang="en-US" dirty="0"/>
              <a:t>을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87845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E8267-B75D-CD5B-0D5E-167FBF39E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AC556-3BDD-5ED1-F649-BE10E941D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Scenario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EADA0-9795-C6ED-6069-64F79D78D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540" y="1156353"/>
            <a:ext cx="2991565" cy="41402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722751E-B524-EBE8-946E-5F10AD5A9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840" y="1156353"/>
            <a:ext cx="3573647" cy="41402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BC888B2-75AF-7B23-C57E-B8BA63D8FEF1}"/>
              </a:ext>
            </a:extLst>
          </p:cNvPr>
          <p:cNvSpPr txBox="1"/>
          <p:nvPr/>
        </p:nvSpPr>
        <p:spPr>
          <a:xfrm>
            <a:off x="-584797" y="5363093"/>
            <a:ext cx="89064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시뮬레이션 진행 순서 </a:t>
            </a:r>
            <a:r>
              <a:rPr lang="en-US" altLang="ko-KR" sz="1600" dirty="0"/>
              <a:t>testbench code.</a:t>
            </a:r>
            <a:endParaRPr lang="ko-KR" altLang="en-US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D3C299F-1341-8100-B6C1-8F462DA96E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447" y="1156353"/>
            <a:ext cx="3257013" cy="345015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35D5E75-BFD4-02BC-9749-7DC55B670BD0}"/>
              </a:ext>
            </a:extLst>
          </p:cNvPr>
          <p:cNvSpPr txBox="1"/>
          <p:nvPr/>
        </p:nvSpPr>
        <p:spPr>
          <a:xfrm>
            <a:off x="7691487" y="4672980"/>
            <a:ext cx="4207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버튼을 누르는 동작을 함수처럼 만든 </a:t>
            </a:r>
            <a:r>
              <a:rPr lang="en-US" altLang="ko-KR" sz="1600" dirty="0"/>
              <a:t>task.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5350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AE9C8-5F7E-EB5D-6781-7FBB679A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9AA3D-E33B-DC1D-9D0C-A2F86436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7CAB06-D440-0A14-F823-1B539C0D5830}"/>
              </a:ext>
            </a:extLst>
          </p:cNvPr>
          <p:cNvSpPr txBox="1"/>
          <p:nvPr/>
        </p:nvSpPr>
        <p:spPr>
          <a:xfrm>
            <a:off x="244832" y="825896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1. </a:t>
            </a:r>
            <a:r>
              <a:rPr lang="en-US" altLang="ko-KR" b="1" dirty="0">
                <a:solidFill>
                  <a:schemeClr val="accent2"/>
                </a:solidFill>
              </a:rPr>
              <a:t>Stopwatch/Watch</a:t>
            </a:r>
            <a:r>
              <a:rPr lang="ko-KR" altLang="en-US" b="1" dirty="0">
                <a:solidFill>
                  <a:schemeClr val="accent2"/>
                </a:solidFill>
              </a:rPr>
              <a:t>용</a:t>
            </a:r>
            <a:r>
              <a:rPr lang="en-US" altLang="ko-KR" b="1" dirty="0">
                <a:solidFill>
                  <a:schemeClr val="accent2"/>
                </a:solidFill>
              </a:rPr>
              <a:t> FND</a:t>
            </a:r>
            <a:r>
              <a:rPr lang="en-US" altLang="ko-KR" b="1" dirty="0"/>
              <a:t> </a:t>
            </a:r>
            <a:r>
              <a:rPr lang="ko-KR" altLang="en-US" b="1" dirty="0"/>
              <a:t>출력 선택</a:t>
            </a:r>
            <a:r>
              <a:rPr lang="en-US" altLang="ko-KR" b="1" dirty="0"/>
              <a:t> 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0000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chemeClr val="accent2"/>
                </a:solidFill>
              </a:rPr>
              <a:t>WATCH</a:t>
            </a:r>
            <a:r>
              <a:rPr lang="en-US" altLang="ko-KR" b="1" dirty="0"/>
              <a:t> mode)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6917F9-E072-D6F8-AE58-18C93A9BE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97" y="1692325"/>
            <a:ext cx="4850802" cy="40097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E451B7A-1590-A830-682B-96AF3F7F576F}"/>
              </a:ext>
            </a:extLst>
          </p:cNvPr>
          <p:cNvSpPr txBox="1"/>
          <p:nvPr/>
        </p:nvSpPr>
        <p:spPr>
          <a:xfrm>
            <a:off x="5764091" y="2958529"/>
            <a:ext cx="58085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0000</a:t>
            </a:r>
            <a:r>
              <a:rPr lang="en-US" altLang="ko-KR" dirty="0"/>
              <a:t> </a:t>
            </a:r>
            <a:r>
              <a:rPr lang="ko-KR" altLang="en-US" dirty="0"/>
              <a:t>입력에 의해</a:t>
            </a:r>
            <a:r>
              <a:rPr lang="en-US" altLang="ko-KR" dirty="0"/>
              <a:t>, FND</a:t>
            </a:r>
            <a:r>
              <a:rPr lang="ko-KR" altLang="en-US" dirty="0"/>
              <a:t>는 </a:t>
            </a:r>
            <a:r>
              <a:rPr lang="en-US" altLang="ko-KR" b="1" dirty="0">
                <a:solidFill>
                  <a:schemeClr val="accent2"/>
                </a:solidFill>
              </a:rPr>
              <a:t>stopwatch/watch</a:t>
            </a:r>
            <a:r>
              <a:rPr lang="ko-KR" altLang="en-US" b="1" dirty="0">
                <a:solidFill>
                  <a:schemeClr val="accent2"/>
                </a:solidFill>
              </a:rPr>
              <a:t>용 경로로 선택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>
                <a:solidFill>
                  <a:schemeClr val="accent2"/>
                </a:solidFill>
              </a:rPr>
              <a:t>sensor </a:t>
            </a:r>
            <a:r>
              <a:rPr lang="ko-KR" altLang="en-US" b="1" dirty="0">
                <a:solidFill>
                  <a:schemeClr val="accent2"/>
                </a:solidFill>
              </a:rPr>
              <a:t>경로</a:t>
            </a:r>
            <a:r>
              <a:rPr lang="en-US" altLang="ko-KR" b="1" dirty="0">
                <a:solidFill>
                  <a:schemeClr val="accent2"/>
                </a:solidFill>
              </a:rPr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w_fnd_data_sensor</a:t>
            </a:r>
            <a:r>
              <a:rPr lang="en-US" altLang="ko-KR" b="1" dirty="0">
                <a:solidFill>
                  <a:schemeClr val="accent2"/>
                </a:solidFill>
              </a:rPr>
              <a:t>)</a:t>
            </a:r>
            <a:r>
              <a:rPr lang="ko-KR" altLang="en-US" dirty="0"/>
              <a:t>는 내부적으로 동작하더라도</a:t>
            </a:r>
            <a:r>
              <a:rPr lang="en-US" altLang="ko-KR" dirty="0"/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[3]=0 </a:t>
            </a:r>
            <a:r>
              <a:rPr lang="ko-KR" altLang="en-US" b="1" dirty="0">
                <a:solidFill>
                  <a:schemeClr val="accent2"/>
                </a:solidFill>
              </a:rPr>
              <a:t>조건에 의해 최종 출력에 반영되지 않음</a:t>
            </a:r>
            <a:r>
              <a:rPr lang="en-US" altLang="ko-KR" b="1" dirty="0">
                <a:solidFill>
                  <a:schemeClr val="accent2"/>
                </a:solidFill>
              </a:rPr>
              <a:t>.</a:t>
            </a:r>
            <a:endParaRPr lang="ko-KR" altLang="en-US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05393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38AF2-321C-2B70-4658-C83294FF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303AD-3341-8DF5-3A3E-6B34E66D5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BD407-23F0-58B5-1EBF-31EF4EB078A4}"/>
              </a:ext>
            </a:extLst>
          </p:cNvPr>
          <p:cNvSpPr txBox="1"/>
          <p:nvPr/>
        </p:nvSpPr>
        <p:spPr>
          <a:xfrm>
            <a:off x="244832" y="825896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2. </a:t>
            </a:r>
            <a:r>
              <a:rPr lang="en-US" altLang="ko-KR" b="1" dirty="0">
                <a:solidFill>
                  <a:schemeClr val="accent2"/>
                </a:solidFill>
              </a:rPr>
              <a:t>WATCH mode</a:t>
            </a:r>
            <a:r>
              <a:rPr lang="ko-KR" altLang="en-US" b="1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min/hour</a:t>
            </a:r>
            <a:r>
              <a:rPr lang="en-US" altLang="ko-KR" b="1" dirty="0"/>
              <a:t> </a:t>
            </a:r>
            <a:r>
              <a:rPr lang="ko-KR" altLang="en-US" b="1" dirty="0"/>
              <a:t>표시 선택</a:t>
            </a:r>
            <a:r>
              <a:rPr lang="en-US" altLang="ko-KR" b="1" dirty="0"/>
              <a:t> 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0001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chemeClr val="accent2"/>
                </a:solidFill>
              </a:rPr>
              <a:t>WATCH</a:t>
            </a:r>
            <a:r>
              <a:rPr lang="en-US" altLang="ko-KR" b="1" dirty="0"/>
              <a:t> mode)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2F2F7B-C472-BDA8-2229-5BE267FB49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97473" y="1580181"/>
            <a:ext cx="8197053" cy="27675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943CD8-F43E-AD35-DF51-7211C69811C5}"/>
              </a:ext>
            </a:extLst>
          </p:cNvPr>
          <p:cNvSpPr txBox="1"/>
          <p:nvPr/>
        </p:nvSpPr>
        <p:spPr>
          <a:xfrm>
            <a:off x="802257" y="4830461"/>
            <a:ext cx="10765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0001</a:t>
            </a:r>
            <a:r>
              <a:rPr lang="en-US" altLang="ko-KR" dirty="0"/>
              <a:t> </a:t>
            </a:r>
            <a:r>
              <a:rPr lang="ko-KR" altLang="en-US" dirty="0"/>
              <a:t>입력 시 </a:t>
            </a:r>
            <a:r>
              <a:rPr lang="en-US" altLang="ko-KR" dirty="0"/>
              <a:t>FSM</a:t>
            </a:r>
            <a:r>
              <a:rPr lang="ko-KR" altLang="en-US" dirty="0"/>
              <a:t>은 </a:t>
            </a:r>
            <a:r>
              <a:rPr lang="en-US" altLang="ko-KR" b="1" dirty="0">
                <a:solidFill>
                  <a:schemeClr val="accent2"/>
                </a:solidFill>
              </a:rPr>
              <a:t>WATCH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 = 4</a:t>
            </a:r>
            <a:r>
              <a:rPr lang="en-US" altLang="ko-KR" dirty="0"/>
              <a:t>)</a:t>
            </a:r>
            <a:r>
              <a:rPr lang="ko-KR" altLang="en-US" dirty="0"/>
              <a:t>를 유지하며</a:t>
            </a:r>
            <a:r>
              <a:rPr lang="en-US" altLang="ko-KR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w_sel</a:t>
            </a:r>
            <a:r>
              <a:rPr lang="en-US" altLang="ko-KR" b="1" dirty="0">
                <a:solidFill>
                  <a:schemeClr val="accent2"/>
                </a:solidFill>
              </a:rPr>
              <a:t>=1(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0001)</a:t>
            </a:r>
            <a:r>
              <a:rPr lang="ko-KR" altLang="en-US" dirty="0"/>
              <a:t>에 의해 </a:t>
            </a:r>
            <a:r>
              <a:rPr lang="en-US" altLang="ko-KR" dirty="0"/>
              <a:t>FND </a:t>
            </a:r>
            <a:r>
              <a:rPr lang="ko-KR" altLang="en-US" dirty="0"/>
              <a:t>출력이 </a:t>
            </a:r>
            <a:r>
              <a:rPr lang="en-US" altLang="ko-KR" b="1" dirty="0"/>
              <a:t>msec/sec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min/hour</a:t>
            </a:r>
            <a:r>
              <a:rPr lang="en-US" altLang="ko-KR" dirty="0"/>
              <a:t> </a:t>
            </a:r>
            <a:r>
              <a:rPr lang="ko-KR" altLang="en-US" dirty="0"/>
              <a:t>표시로 전환됨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 err="1"/>
              <a:t>fnd_data</a:t>
            </a:r>
            <a:r>
              <a:rPr lang="ko-KR" altLang="en-US" dirty="0"/>
              <a:t>와 </a:t>
            </a:r>
            <a:r>
              <a:rPr lang="en-US" altLang="ko-KR" b="1" dirty="0" err="1"/>
              <a:t>w_fnd_data_main</a:t>
            </a:r>
            <a:r>
              <a:rPr lang="ko-KR" altLang="en-US" dirty="0"/>
              <a:t>이 </a:t>
            </a:r>
            <a:r>
              <a:rPr lang="ko-KR" altLang="en-US" b="1" dirty="0"/>
              <a:t>동일</a:t>
            </a:r>
            <a:r>
              <a:rPr lang="ko-KR" altLang="en-US" dirty="0"/>
              <a:t>하게 나타나며</a:t>
            </a:r>
            <a:r>
              <a:rPr lang="en-US" altLang="ko-KR" dirty="0"/>
              <a:t>, stopwatch/watch</a:t>
            </a:r>
            <a:r>
              <a:rPr lang="ko-KR" altLang="en-US" dirty="0"/>
              <a:t>용 </a:t>
            </a:r>
            <a:r>
              <a:rPr lang="en-US" altLang="ko-KR" dirty="0"/>
              <a:t>FND </a:t>
            </a:r>
            <a:r>
              <a:rPr lang="ko-KR" altLang="en-US" dirty="0"/>
              <a:t>경로가 정상 동작함을 확인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3459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EBA3-64D6-0087-F2D0-A8A8B627C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86943-DADD-1BD5-4ADB-F661153C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F8A5A3-BEB1-6449-8022-058B15AC05B6}"/>
              </a:ext>
            </a:extLst>
          </p:cNvPr>
          <p:cNvSpPr txBox="1"/>
          <p:nvPr/>
        </p:nvSpPr>
        <p:spPr>
          <a:xfrm>
            <a:off x="244832" y="825896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3. </a:t>
            </a:r>
            <a:r>
              <a:rPr lang="en-US" altLang="ko-KR" b="1" dirty="0">
                <a:solidFill>
                  <a:schemeClr val="accent2"/>
                </a:solidFill>
              </a:rPr>
              <a:t>STOPWATCH mode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ko-KR" altLang="en-US" b="1" dirty="0"/>
              <a:t>전환 및 </a:t>
            </a:r>
            <a:r>
              <a:rPr lang="en-US" altLang="ko-KR" b="1" dirty="0"/>
              <a:t>FND </a:t>
            </a:r>
            <a:r>
              <a:rPr lang="ko-KR" altLang="en-US" b="1" dirty="0"/>
              <a:t>출력 확인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0010</a:t>
            </a:r>
            <a:r>
              <a:rPr lang="en-US" altLang="ko-KR" b="1" dirty="0"/>
              <a:t>, </a:t>
            </a:r>
            <a:r>
              <a:rPr lang="en-US" altLang="ko-KR" b="1" dirty="0">
                <a:solidFill>
                  <a:schemeClr val="accent2"/>
                </a:solidFill>
              </a:rPr>
              <a:t>STOPWATCH</a:t>
            </a:r>
            <a:r>
              <a:rPr lang="en-US" altLang="ko-KR" b="1" dirty="0"/>
              <a:t> mode)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95D2511-3162-6559-6E8D-13EF8A925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8370" y="1511170"/>
            <a:ext cx="8995259" cy="30867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D2C3768-A1ED-1DD0-5C44-FEC3F644E23E}"/>
              </a:ext>
            </a:extLst>
          </p:cNvPr>
          <p:cNvSpPr txBox="1"/>
          <p:nvPr/>
        </p:nvSpPr>
        <p:spPr>
          <a:xfrm>
            <a:off x="802257" y="4830461"/>
            <a:ext cx="107657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0010</a:t>
            </a:r>
            <a:r>
              <a:rPr lang="en-US" altLang="ko-KR" dirty="0"/>
              <a:t> </a:t>
            </a:r>
            <a:r>
              <a:rPr lang="ko-KR" altLang="en-US" dirty="0"/>
              <a:t>입력 시 </a:t>
            </a:r>
            <a:r>
              <a:rPr lang="en-US" altLang="ko-KR" dirty="0"/>
              <a:t>FSM</a:t>
            </a:r>
            <a:r>
              <a:rPr lang="ko-KR" altLang="en-US" dirty="0"/>
              <a:t>은 </a:t>
            </a:r>
            <a:r>
              <a:rPr lang="en-US" altLang="ko-KR" b="1" dirty="0">
                <a:solidFill>
                  <a:schemeClr val="accent2"/>
                </a:solidFill>
              </a:rPr>
              <a:t>STOPWATCH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 = 0</a:t>
            </a:r>
            <a:r>
              <a:rPr lang="en-US" altLang="ko-KR" dirty="0"/>
              <a:t>)</a:t>
            </a:r>
            <a:r>
              <a:rPr lang="ko-KR" altLang="en-US" dirty="0"/>
              <a:t>로 전이되며</a:t>
            </a:r>
            <a:r>
              <a:rPr lang="en-US" altLang="ko-KR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2"/>
                </a:solidFill>
              </a:rPr>
              <a:t>led[1] = 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[1]</a:t>
            </a:r>
            <a:r>
              <a:rPr lang="ko-KR" altLang="en-US" dirty="0"/>
              <a:t>에 의해 </a:t>
            </a:r>
            <a:r>
              <a:rPr lang="en-US" altLang="ko-KR" b="1" dirty="0"/>
              <a:t>stopwatch </a:t>
            </a:r>
            <a:r>
              <a:rPr lang="ko-KR" altLang="en-US" b="1" dirty="0"/>
              <a:t>모드 선택이 시각적으로 확인</a:t>
            </a:r>
            <a:r>
              <a:rPr lang="ko-KR" altLang="en-US" dirty="0"/>
              <a:t>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dirty="0" err="1"/>
              <a:t>fnd_data</a:t>
            </a:r>
            <a:r>
              <a:rPr lang="ko-KR" altLang="en-US" dirty="0"/>
              <a:t>는 </a:t>
            </a:r>
            <a:r>
              <a:rPr lang="en-US" altLang="ko-KR" dirty="0" err="1"/>
              <a:t>w_fnd_data_main</a:t>
            </a:r>
            <a:r>
              <a:rPr lang="ko-KR" altLang="en-US" dirty="0"/>
              <a:t>을 따라 </a:t>
            </a:r>
            <a:r>
              <a:rPr lang="en-US" altLang="ko-KR" dirty="0"/>
              <a:t>stopwatch/watch</a:t>
            </a:r>
            <a:r>
              <a:rPr lang="ko-KR" altLang="en-US" dirty="0"/>
              <a:t>용 </a:t>
            </a:r>
            <a:r>
              <a:rPr lang="en-US" altLang="ko-KR" dirty="0"/>
              <a:t>FND </a:t>
            </a:r>
            <a:r>
              <a:rPr lang="ko-KR" altLang="en-US" dirty="0"/>
              <a:t>데이터가 정상적으로 출력됨을 확인함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45680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0DEAD-6458-55DC-23A8-CCD51262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586C3-2339-8957-9C5F-0746D4C1E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25058A-EE3A-5BB0-2CB4-D44F683E5AF4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4. </a:t>
            </a:r>
            <a:r>
              <a:rPr lang="en-US" altLang="ko-KR" b="1" dirty="0">
                <a:solidFill>
                  <a:schemeClr val="accent2"/>
                </a:solidFill>
              </a:rPr>
              <a:t>Sensor mode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ko-KR" altLang="en-US" b="1" dirty="0"/>
              <a:t>전환 및 </a:t>
            </a:r>
            <a:r>
              <a:rPr lang="en-US" altLang="ko-KR" b="1" dirty="0"/>
              <a:t>FSM </a:t>
            </a:r>
            <a:r>
              <a:rPr lang="ko-KR" altLang="en-US" b="1" dirty="0"/>
              <a:t>상태 전이 확인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1000 -&gt; 1010 -&gt; 0000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57CF607-091D-FCB2-5733-B367A446D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832" y="1145681"/>
            <a:ext cx="11695377" cy="2456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1F3F79-E0A3-7D95-6AEA-767050DD8AE0}"/>
              </a:ext>
            </a:extLst>
          </p:cNvPr>
          <p:cNvSpPr txBox="1"/>
          <p:nvPr/>
        </p:nvSpPr>
        <p:spPr>
          <a:xfrm>
            <a:off x="709637" y="3869057"/>
            <a:ext cx="1076576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현재 상황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sw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1000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rgbClr val="FF0000"/>
                </a:solidFill>
              </a:rPr>
              <a:t>1010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chemeClr val="accent4"/>
                </a:solidFill>
              </a:rPr>
              <a:t>1000</a:t>
            </a:r>
            <a:r>
              <a:rPr lang="en-US" altLang="ko-KR" sz="2000" dirty="0"/>
              <a:t> / </a:t>
            </a:r>
            <a:r>
              <a:rPr lang="en-US" altLang="ko-KR" sz="2000" b="1" dirty="0" err="1"/>
              <a:t>c_state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0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rgbClr val="FF0000"/>
                </a:solidFill>
              </a:rPr>
              <a:t>9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rgbClr val="FFC000"/>
                </a:solidFill>
              </a:rPr>
              <a:t>8</a:t>
            </a:r>
            <a:endParaRPr lang="en-US" altLang="ko-KR" sz="2000" dirty="0">
              <a:solidFill>
                <a:srgbClr val="FFC000"/>
              </a:solidFill>
            </a:endParaRP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b="1" dirty="0" err="1">
                <a:solidFill>
                  <a:srgbClr val="FD5FEA"/>
                </a:solidFill>
              </a:rPr>
              <a:t>sw</a:t>
            </a:r>
            <a:r>
              <a:rPr lang="en-US" altLang="ko-KR" b="1" dirty="0">
                <a:solidFill>
                  <a:srgbClr val="FD5FEA"/>
                </a:solidFill>
              </a:rPr>
              <a:t> = 1000</a:t>
            </a:r>
            <a:r>
              <a:rPr lang="ko-KR" altLang="en-US" dirty="0"/>
              <a:t>인데 </a:t>
            </a:r>
            <a:r>
              <a:rPr lang="en-US" altLang="ko-KR" b="1" dirty="0" err="1">
                <a:solidFill>
                  <a:srgbClr val="FD5FEA"/>
                </a:solidFill>
              </a:rPr>
              <a:t>c_state</a:t>
            </a:r>
            <a:r>
              <a:rPr lang="en-US" altLang="ko-KR" b="1" dirty="0">
                <a:solidFill>
                  <a:srgbClr val="FD5FEA"/>
                </a:solidFill>
              </a:rPr>
              <a:t> = 0</a:t>
            </a:r>
            <a:r>
              <a:rPr lang="ko-KR" altLang="en-US" dirty="0"/>
              <a:t>인 구간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sw</a:t>
            </a:r>
            <a:r>
              <a:rPr lang="en-US" altLang="ko-KR" b="1" dirty="0"/>
              <a:t> = 1000</a:t>
            </a:r>
            <a:r>
              <a:rPr lang="ko-KR" altLang="en-US" dirty="0"/>
              <a:t>은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rgbClr val="FD5FEA"/>
                </a:solidFill>
              </a:rPr>
              <a:t>3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rgbClr val="FD5FEA"/>
                </a:solidFill>
              </a:rPr>
              <a:t>1 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D5FEA"/>
                </a:solidFill>
              </a:rPr>
              <a:t>sensor</a:t>
            </a:r>
            <a:r>
              <a:rPr lang="en-US" altLang="ko-KR" dirty="0"/>
              <a:t> FND </a:t>
            </a:r>
            <a:r>
              <a:rPr lang="ko-KR" altLang="en-US" dirty="0"/>
              <a:t>선택</a:t>
            </a:r>
            <a:r>
              <a:rPr lang="en-US" altLang="ko-KR" dirty="0"/>
              <a:t>),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rgbClr val="FD5FEA"/>
                </a:solidFill>
              </a:rPr>
              <a:t>1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rgbClr val="FD5FEA"/>
                </a:solidFill>
              </a:rPr>
              <a:t>0 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D5FEA"/>
                </a:solidFill>
              </a:rPr>
              <a:t>SR04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en-US" altLang="ko-KR" b="1" dirty="0" err="1"/>
              <a:t>fnd_data</a:t>
            </a:r>
            <a:r>
              <a:rPr lang="ko-KR" altLang="en-US" b="1" dirty="0"/>
              <a:t> </a:t>
            </a:r>
            <a:r>
              <a:rPr lang="en-US" altLang="ko-KR" b="1" dirty="0"/>
              <a:t>=</a:t>
            </a:r>
            <a:r>
              <a:rPr lang="ko-KR" altLang="en-US" b="1" dirty="0"/>
              <a:t> </a:t>
            </a:r>
            <a:r>
              <a:rPr lang="en-US" altLang="ko-KR" b="1" dirty="0" err="1"/>
              <a:t>w_fnd_data_</a:t>
            </a:r>
            <a:r>
              <a:rPr lang="en-US" altLang="ko-KR" b="1" dirty="0" err="1">
                <a:solidFill>
                  <a:srgbClr val="FD5FEA"/>
                </a:solidFill>
              </a:rPr>
              <a:t>sensor</a:t>
            </a:r>
            <a:endParaRPr lang="en-US" altLang="ko-KR" b="1" dirty="0">
              <a:solidFill>
                <a:srgbClr val="FD5FEA"/>
              </a:solidFill>
            </a:endParaRP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FD5FEA"/>
                </a:solidFill>
              </a:rPr>
              <a:t>스위치</a:t>
            </a:r>
            <a:r>
              <a:rPr lang="ko-KR" altLang="en-US" b="1" dirty="0"/>
              <a:t>는 </a:t>
            </a:r>
            <a:r>
              <a:rPr lang="en-US" altLang="ko-KR" b="1" dirty="0">
                <a:solidFill>
                  <a:srgbClr val="FD5FEA"/>
                </a:solidFill>
              </a:rPr>
              <a:t>SR04</a:t>
            </a:r>
            <a:r>
              <a:rPr lang="ko-KR" altLang="en-US" b="1" dirty="0"/>
              <a:t>로 바뀌었으나</a:t>
            </a:r>
            <a:r>
              <a:rPr lang="en-US" altLang="ko-KR" dirty="0"/>
              <a:t>, </a:t>
            </a:r>
            <a:r>
              <a:rPr lang="en-US" altLang="ko-KR" b="1" dirty="0">
                <a:solidFill>
                  <a:srgbClr val="FD5FEA"/>
                </a:solidFill>
              </a:rPr>
              <a:t>FSM</a:t>
            </a:r>
            <a:r>
              <a:rPr lang="ko-KR" altLang="en-US" b="1" dirty="0"/>
              <a:t>이 아직 직전 상태인 </a:t>
            </a:r>
            <a:r>
              <a:rPr lang="en-US" altLang="ko-KR" b="1" dirty="0">
                <a:solidFill>
                  <a:srgbClr val="FD5FEA"/>
                </a:solidFill>
              </a:rPr>
              <a:t>STOPWATCH</a:t>
            </a:r>
            <a:r>
              <a:rPr lang="en-US" altLang="ko-KR" b="1" dirty="0"/>
              <a:t> </a:t>
            </a:r>
            <a:r>
              <a:rPr lang="ko-KR" altLang="en-US" b="1" dirty="0"/>
              <a:t>상태</a:t>
            </a:r>
            <a:r>
              <a:rPr lang="en-US" altLang="ko-KR" b="1" dirty="0"/>
              <a:t>.</a:t>
            </a:r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이러한 현상의 발생 이유는</a:t>
            </a:r>
            <a:r>
              <a:rPr lang="en-US" altLang="ko-KR" dirty="0"/>
              <a:t>, </a:t>
            </a:r>
            <a:r>
              <a:rPr lang="en-US" altLang="ko-KR" b="1" dirty="0"/>
              <a:t>state</a:t>
            </a:r>
            <a:r>
              <a:rPr lang="ko-KR" altLang="en-US" b="1" dirty="0"/>
              <a:t>가 </a:t>
            </a:r>
            <a:r>
              <a:rPr lang="en-US" altLang="ko-KR" b="1" dirty="0" err="1"/>
              <a:t>posedge</a:t>
            </a:r>
            <a:r>
              <a:rPr lang="ko-KR" altLang="en-US" b="1" dirty="0"/>
              <a:t>에서 바뀌도록 </a:t>
            </a:r>
            <a:r>
              <a:rPr lang="en-US" altLang="ko-KR" b="1" dirty="0"/>
              <a:t>testbench</a:t>
            </a:r>
            <a:r>
              <a:rPr lang="ko-KR" altLang="en-US" b="1" dirty="0"/>
              <a:t>를 작성</a:t>
            </a:r>
            <a:r>
              <a:rPr lang="ko-KR" altLang="en-US" dirty="0"/>
              <a:t>했기 때문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E6FDD6E-F435-6BBF-869C-29CA72119FC0}"/>
              </a:ext>
            </a:extLst>
          </p:cNvPr>
          <p:cNvSpPr/>
          <p:nvPr/>
        </p:nvSpPr>
        <p:spPr>
          <a:xfrm>
            <a:off x="716597" y="4442604"/>
            <a:ext cx="4140075" cy="388188"/>
          </a:xfrm>
          <a:prstGeom prst="roundRect">
            <a:avLst/>
          </a:prstGeom>
          <a:noFill/>
          <a:ln w="57150">
            <a:solidFill>
              <a:srgbClr val="FF8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67849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8659B-B709-30A6-F189-A435B3EA8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94C25-CBB2-EF7B-B8F5-0DA4BA026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37B32A-3CD2-5F37-2162-94D3A3650FB7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4. </a:t>
            </a:r>
            <a:r>
              <a:rPr lang="en-US" altLang="ko-KR" b="1" dirty="0">
                <a:solidFill>
                  <a:schemeClr val="accent2"/>
                </a:solidFill>
              </a:rPr>
              <a:t>Sensor mode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ko-KR" altLang="en-US" b="1" dirty="0"/>
              <a:t>전환 및 </a:t>
            </a:r>
            <a:r>
              <a:rPr lang="en-US" altLang="ko-KR" b="1" dirty="0"/>
              <a:t>FSM </a:t>
            </a:r>
            <a:r>
              <a:rPr lang="ko-KR" altLang="en-US" b="1" dirty="0"/>
              <a:t>상태 전이 확인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1000 -&gt; 1010 -&gt; 0000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E1F31E-FEAA-0D16-1106-2CC6AD978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832" y="1145681"/>
            <a:ext cx="11695377" cy="2456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78A02F-5673-8E11-A0E9-CC69188FA66C}"/>
              </a:ext>
            </a:extLst>
          </p:cNvPr>
          <p:cNvSpPr txBox="1"/>
          <p:nvPr/>
        </p:nvSpPr>
        <p:spPr>
          <a:xfrm>
            <a:off x="709637" y="3869057"/>
            <a:ext cx="10765766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현재 상황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sw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1000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rgbClr val="FF0000"/>
                </a:solidFill>
              </a:rPr>
              <a:t>1010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chemeClr val="accent4"/>
                </a:solidFill>
              </a:rPr>
              <a:t>1000</a:t>
            </a:r>
            <a:r>
              <a:rPr lang="en-US" altLang="ko-KR" sz="2000" dirty="0"/>
              <a:t> / </a:t>
            </a:r>
            <a:r>
              <a:rPr lang="en-US" altLang="ko-KR" sz="2000" b="1" dirty="0" err="1"/>
              <a:t>c_state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0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rgbClr val="FF0000"/>
                </a:solidFill>
              </a:rPr>
              <a:t>9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rgbClr val="FFC000"/>
                </a:solidFill>
              </a:rPr>
              <a:t>8</a:t>
            </a:r>
            <a:endParaRPr lang="en-US" altLang="ko-KR" sz="2000" dirty="0">
              <a:solidFill>
                <a:srgbClr val="FFC000"/>
              </a:solidFill>
            </a:endParaRPr>
          </a:p>
          <a:p>
            <a:endParaRPr lang="en-US" altLang="ko-KR" dirty="0"/>
          </a:p>
          <a:p>
            <a:r>
              <a:rPr lang="en-US" altLang="ko-KR" b="1" dirty="0">
                <a:solidFill>
                  <a:srgbClr val="FF0000"/>
                </a:solidFill>
              </a:rPr>
              <a:t>2. </a:t>
            </a:r>
            <a:r>
              <a:rPr lang="en-US" altLang="ko-KR" b="1" dirty="0" err="1">
                <a:solidFill>
                  <a:srgbClr val="FF0000"/>
                </a:solidFill>
              </a:rPr>
              <a:t>sw</a:t>
            </a:r>
            <a:r>
              <a:rPr lang="en-US" altLang="ko-KR" b="1" dirty="0">
                <a:solidFill>
                  <a:srgbClr val="FF0000"/>
                </a:solidFill>
              </a:rPr>
              <a:t> = 1010,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b="1" dirty="0" err="1">
                <a:solidFill>
                  <a:srgbClr val="FF0000"/>
                </a:solidFill>
              </a:rPr>
              <a:t>c_state</a:t>
            </a:r>
            <a:r>
              <a:rPr lang="en-US" altLang="ko-KR" b="1" dirty="0">
                <a:solidFill>
                  <a:srgbClr val="FF0000"/>
                </a:solidFill>
              </a:rPr>
              <a:t> = 9</a:t>
            </a:r>
            <a:r>
              <a:rPr lang="ko-KR" altLang="en-US" dirty="0"/>
              <a:t>인 구간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sw</a:t>
            </a:r>
            <a:r>
              <a:rPr lang="en-US" altLang="ko-KR" b="1" dirty="0"/>
              <a:t> = 1010</a:t>
            </a:r>
            <a:r>
              <a:rPr lang="ko-KR" altLang="en-US" dirty="0"/>
              <a:t>은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rgbClr val="FF0000"/>
                </a:solidFill>
              </a:rPr>
              <a:t>3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en-US" altLang="ko-KR" b="1" dirty="0">
                <a:solidFill>
                  <a:srgbClr val="FD5FEA"/>
                </a:solidFill>
              </a:rPr>
              <a:t> 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sensor</a:t>
            </a:r>
            <a:r>
              <a:rPr lang="en-US" altLang="ko-KR" dirty="0"/>
              <a:t> FND </a:t>
            </a:r>
            <a:r>
              <a:rPr lang="ko-KR" altLang="en-US" dirty="0"/>
              <a:t>선택</a:t>
            </a:r>
            <a:r>
              <a:rPr lang="en-US" altLang="ko-KR" dirty="0"/>
              <a:t>),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rgbClr val="FF0000"/>
                </a:solidFill>
              </a:rPr>
              <a:t>1</a:t>
            </a:r>
            <a:r>
              <a:rPr lang="en-US" altLang="ko-KR" b="1" dirty="0">
                <a:solidFill>
                  <a:srgbClr val="FD5FEA"/>
                </a:solidFill>
              </a:rPr>
              <a:t> 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rgbClr val="FF0000"/>
                </a:solidFill>
              </a:rPr>
              <a:t>DHT11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fnd_data</a:t>
            </a:r>
            <a:r>
              <a:rPr lang="ko-KR" altLang="en-US" b="1" dirty="0"/>
              <a:t>는 </a:t>
            </a:r>
            <a:r>
              <a:rPr lang="en-US" altLang="ko-KR" b="1" dirty="0"/>
              <a:t>sensor FND</a:t>
            </a:r>
            <a:r>
              <a:rPr lang="ko-KR" altLang="en-US" b="1" dirty="0"/>
              <a:t>의 </a:t>
            </a:r>
            <a:r>
              <a:rPr lang="en-US" altLang="ko-KR" b="1" dirty="0">
                <a:solidFill>
                  <a:srgbClr val="FF0000"/>
                </a:solidFill>
              </a:rPr>
              <a:t>DHT11</a:t>
            </a:r>
            <a:r>
              <a:rPr lang="en-US" altLang="ko-KR" b="1" dirty="0"/>
              <a:t> </a:t>
            </a:r>
            <a:r>
              <a:rPr lang="ko-KR" altLang="en-US" b="1" dirty="0" err="1"/>
              <a:t>출력값을</a:t>
            </a:r>
            <a:r>
              <a:rPr lang="ko-KR" altLang="en-US" b="1" dirty="0"/>
              <a:t> </a:t>
            </a:r>
            <a:r>
              <a:rPr lang="ko-KR" altLang="en-US" b="1" dirty="0" err="1"/>
              <a:t>따라감</a:t>
            </a:r>
            <a:r>
              <a:rPr lang="en-US" altLang="ko-KR" b="1" dirty="0"/>
              <a:t>.</a:t>
            </a:r>
          </a:p>
          <a:p>
            <a:endParaRPr lang="en-US" altLang="ko-KR" b="1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>
                <a:solidFill>
                  <a:srgbClr val="FD5FEA"/>
                </a:solidFill>
              </a:rPr>
              <a:t>앞구간</a:t>
            </a:r>
            <a:r>
              <a:rPr lang="ko-KR" altLang="en-US" dirty="0"/>
              <a:t>의</a:t>
            </a:r>
            <a:r>
              <a:rPr lang="ko-KR" altLang="en-US" b="1" dirty="0">
                <a:solidFill>
                  <a:srgbClr val="FD5FEA"/>
                </a:solidFill>
              </a:rPr>
              <a:t> </a:t>
            </a:r>
            <a:r>
              <a:rPr lang="en-US" altLang="ko-KR" b="1" dirty="0" err="1">
                <a:solidFill>
                  <a:srgbClr val="FD5FEA"/>
                </a:solidFill>
              </a:rPr>
              <a:t>w_fnd_data_sensor</a:t>
            </a:r>
            <a:r>
              <a:rPr lang="en-US" altLang="ko-KR" b="1" dirty="0">
                <a:solidFill>
                  <a:srgbClr val="FD5FEA"/>
                </a:solidFill>
              </a:rPr>
              <a:t> </a:t>
            </a:r>
            <a:r>
              <a:rPr lang="ko-KR" altLang="en-US" dirty="0"/>
              <a:t>값과</a:t>
            </a:r>
            <a:r>
              <a:rPr lang="ko-KR" altLang="en-US" b="1" dirty="0">
                <a:solidFill>
                  <a:srgbClr val="FD5FEA"/>
                </a:solidFill>
              </a:rPr>
              <a:t> 달라짐</a:t>
            </a:r>
            <a:r>
              <a:rPr lang="en-US" altLang="ko-KR" b="1" dirty="0">
                <a:solidFill>
                  <a:srgbClr val="FD5FEA"/>
                </a:solidFill>
              </a:rPr>
              <a:t>. </a:t>
            </a:r>
            <a:r>
              <a:rPr lang="en-US" altLang="ko-KR" b="1" dirty="0"/>
              <a:t>(</a:t>
            </a:r>
            <a:r>
              <a:rPr lang="en-US" altLang="ko-KR" b="1" dirty="0">
                <a:solidFill>
                  <a:srgbClr val="FD5FEA"/>
                </a:solidFill>
              </a:rPr>
              <a:t>SR04 </a:t>
            </a:r>
            <a:r>
              <a:rPr lang="en-US" altLang="ko-KR" b="1" dirty="0"/>
              <a:t>-&gt;</a:t>
            </a:r>
            <a:r>
              <a:rPr lang="en-US" altLang="ko-KR" b="1" dirty="0">
                <a:solidFill>
                  <a:srgbClr val="FD5FEA"/>
                </a:solidFill>
              </a:rPr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DHT11</a:t>
            </a:r>
            <a:r>
              <a:rPr lang="en-US" altLang="ko-KR" b="1" dirty="0"/>
              <a:t>)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C4D2112-47B7-D7A8-AEE8-558830203201}"/>
              </a:ext>
            </a:extLst>
          </p:cNvPr>
          <p:cNvSpPr/>
          <p:nvPr/>
        </p:nvSpPr>
        <p:spPr>
          <a:xfrm>
            <a:off x="716598" y="4442604"/>
            <a:ext cx="3708754" cy="388188"/>
          </a:xfrm>
          <a:prstGeom prst="round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31587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31B1-9F10-1FEB-EC29-1BCD5C92B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79F795-C1B2-0316-90E9-760904934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51EF1B-865C-E6FA-4220-1701F2FA5524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4. </a:t>
            </a:r>
            <a:r>
              <a:rPr lang="en-US" altLang="ko-KR" b="1" dirty="0">
                <a:solidFill>
                  <a:schemeClr val="accent2"/>
                </a:solidFill>
              </a:rPr>
              <a:t>Sensor mode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ko-KR" altLang="en-US" b="1" dirty="0"/>
              <a:t>전환 및 </a:t>
            </a:r>
            <a:r>
              <a:rPr lang="en-US" altLang="ko-KR" b="1" dirty="0"/>
              <a:t>FSM </a:t>
            </a:r>
            <a:r>
              <a:rPr lang="ko-KR" altLang="en-US" b="1" dirty="0"/>
              <a:t>상태 전이 확인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1000 -&gt; 1010 -&gt; 0000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B5514D-92E3-4C28-E4F2-43DF32C6C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4832" y="1145681"/>
            <a:ext cx="11695377" cy="245698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4CFDEB-4E2C-8E87-4A46-07A3B4C88B72}"/>
              </a:ext>
            </a:extLst>
          </p:cNvPr>
          <p:cNvSpPr txBox="1"/>
          <p:nvPr/>
        </p:nvSpPr>
        <p:spPr>
          <a:xfrm>
            <a:off x="709637" y="3869057"/>
            <a:ext cx="1076576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현재 상황</a:t>
            </a:r>
            <a:r>
              <a:rPr lang="en-US" altLang="ko-KR" sz="2000" b="1" dirty="0"/>
              <a:t>: </a:t>
            </a:r>
            <a:r>
              <a:rPr lang="en-US" altLang="ko-KR" sz="2000" b="1" dirty="0" err="1"/>
              <a:t>sw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1000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rgbClr val="FF0000"/>
                </a:solidFill>
              </a:rPr>
              <a:t>1010</a:t>
            </a:r>
            <a:r>
              <a:rPr lang="en-US" altLang="ko-KR" sz="2000" dirty="0"/>
              <a:t> → </a:t>
            </a:r>
            <a:r>
              <a:rPr lang="en-US" altLang="ko-KR" sz="2000" b="1" dirty="0">
                <a:solidFill>
                  <a:schemeClr val="accent2"/>
                </a:solidFill>
              </a:rPr>
              <a:t>1000</a:t>
            </a:r>
            <a:r>
              <a:rPr lang="en-US" altLang="ko-KR" sz="2000" dirty="0"/>
              <a:t> / </a:t>
            </a:r>
            <a:r>
              <a:rPr lang="en-US" altLang="ko-KR" sz="2000" b="1" dirty="0" err="1"/>
              <a:t>c_state</a:t>
            </a:r>
            <a:r>
              <a:rPr lang="en-US" altLang="ko-KR" sz="2000" dirty="0"/>
              <a:t> : </a:t>
            </a:r>
            <a:r>
              <a:rPr lang="en-US" altLang="ko-KR" sz="2000" b="1" dirty="0">
                <a:solidFill>
                  <a:srgbClr val="FD5FEA"/>
                </a:solidFill>
              </a:rPr>
              <a:t>0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rgbClr val="FF0000"/>
                </a:solidFill>
              </a:rPr>
              <a:t>9</a:t>
            </a:r>
            <a:r>
              <a:rPr lang="en-US" altLang="ko-KR" sz="2000" dirty="0"/>
              <a:t> -&gt; </a:t>
            </a:r>
            <a:r>
              <a:rPr lang="en-US" altLang="ko-KR" sz="2000" b="1" dirty="0">
                <a:solidFill>
                  <a:schemeClr val="accent2"/>
                </a:solidFill>
              </a:rPr>
              <a:t>8</a:t>
            </a:r>
            <a:endParaRPr lang="en-US" altLang="ko-KR" sz="2000" dirty="0">
              <a:solidFill>
                <a:schemeClr val="accent2"/>
              </a:solidFill>
            </a:endParaRPr>
          </a:p>
          <a:p>
            <a:endParaRPr lang="en-US" altLang="ko-KR" dirty="0"/>
          </a:p>
          <a:p>
            <a:r>
              <a:rPr lang="en-US" altLang="ko-KR" b="1" dirty="0">
                <a:solidFill>
                  <a:schemeClr val="accent2"/>
                </a:solidFill>
              </a:rPr>
              <a:t>3. </a:t>
            </a:r>
            <a:r>
              <a:rPr lang="en-US" altLang="ko-KR" b="1" dirty="0" err="1">
                <a:solidFill>
                  <a:schemeClr val="accent2"/>
                </a:solidFill>
              </a:rPr>
              <a:t>sw</a:t>
            </a:r>
            <a:r>
              <a:rPr lang="en-US" altLang="ko-KR" b="1" dirty="0">
                <a:solidFill>
                  <a:schemeClr val="accent2"/>
                </a:solidFill>
              </a:rPr>
              <a:t> = 1000,</a:t>
            </a:r>
            <a:r>
              <a:rPr lang="ko-KR" altLang="en-US" dirty="0">
                <a:solidFill>
                  <a:schemeClr val="accent2"/>
                </a:solidFill>
              </a:rPr>
              <a:t> 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 = 8</a:t>
            </a:r>
            <a:r>
              <a:rPr lang="ko-KR" altLang="en-US" dirty="0"/>
              <a:t>인 구간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 err="1"/>
              <a:t>sw</a:t>
            </a:r>
            <a:r>
              <a:rPr lang="en-US" altLang="ko-KR" b="1" dirty="0"/>
              <a:t> = 1000</a:t>
            </a:r>
            <a:r>
              <a:rPr lang="ko-KR" altLang="en-US" dirty="0"/>
              <a:t>은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chemeClr val="accent2"/>
                </a:solidFill>
              </a:rPr>
              <a:t>3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chemeClr val="accent2"/>
                </a:solidFill>
              </a:rPr>
              <a:t>1 </a:t>
            </a:r>
            <a:r>
              <a:rPr lang="en-US" altLang="ko-KR" dirty="0"/>
              <a:t>(</a:t>
            </a:r>
            <a:r>
              <a:rPr lang="en-US" altLang="ko-KR" b="1" dirty="0">
                <a:solidFill>
                  <a:schemeClr val="accent2"/>
                </a:solidFill>
              </a:rPr>
              <a:t>sensor</a:t>
            </a:r>
            <a:r>
              <a:rPr lang="en-US" altLang="ko-KR" dirty="0"/>
              <a:t> FND </a:t>
            </a:r>
            <a:r>
              <a:rPr lang="ko-KR" altLang="en-US" dirty="0"/>
              <a:t>유지</a:t>
            </a:r>
            <a:r>
              <a:rPr lang="en-US" altLang="ko-KR" dirty="0"/>
              <a:t>), </a:t>
            </a:r>
            <a:r>
              <a:rPr lang="en-US" altLang="ko-KR" b="1" dirty="0" err="1"/>
              <a:t>sw</a:t>
            </a:r>
            <a:r>
              <a:rPr lang="en-US" altLang="ko-KR" b="1" dirty="0"/>
              <a:t>[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en-US" altLang="ko-KR" b="1" dirty="0"/>
              <a:t>] = </a:t>
            </a:r>
            <a:r>
              <a:rPr lang="en-US" altLang="ko-KR" b="1" dirty="0">
                <a:solidFill>
                  <a:schemeClr val="accent2"/>
                </a:solidFill>
              </a:rPr>
              <a:t>0</a:t>
            </a:r>
            <a:r>
              <a:rPr lang="en-US" altLang="ko-KR" b="1" dirty="0">
                <a:solidFill>
                  <a:srgbClr val="FD5FEA"/>
                </a:solidFill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다시 </a:t>
            </a:r>
            <a:r>
              <a:rPr lang="en-US" altLang="ko-KR" b="1" dirty="0">
                <a:solidFill>
                  <a:schemeClr val="accent2"/>
                </a:solidFill>
              </a:rPr>
              <a:t>SR04</a:t>
            </a:r>
            <a:r>
              <a:rPr lang="en-US" altLang="ko-KR" dirty="0"/>
              <a:t> </a:t>
            </a:r>
            <a:r>
              <a:rPr lang="ko-KR" altLang="en-US" dirty="0"/>
              <a:t>선택</a:t>
            </a:r>
            <a:r>
              <a:rPr lang="en-US" altLang="ko-KR" dirty="0"/>
              <a:t>)</a:t>
            </a:r>
            <a:r>
              <a:rPr lang="ko-KR" altLang="en-US" dirty="0"/>
              <a:t>을 의미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b="1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en-US" altLang="ko-KR" b="1" dirty="0"/>
              <a:t>DHT11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SR04</a:t>
            </a:r>
            <a:r>
              <a:rPr lang="ko-KR" altLang="en-US" dirty="0"/>
              <a:t>로 정상 전이</a:t>
            </a:r>
            <a:r>
              <a:rPr lang="en-US" altLang="ko-KR" dirty="0"/>
              <a:t>. sensor FND</a:t>
            </a:r>
            <a:r>
              <a:rPr lang="ko-KR" altLang="en-US" dirty="0"/>
              <a:t>는 다시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SR04</a:t>
            </a:r>
            <a:r>
              <a:rPr lang="en-US" altLang="ko-KR" dirty="0"/>
              <a:t> </a:t>
            </a:r>
            <a:r>
              <a:rPr lang="ko-KR" altLang="en-US" dirty="0"/>
              <a:t>값을 출력함</a:t>
            </a:r>
            <a:r>
              <a:rPr lang="en-US" altLang="ko-KR" dirty="0"/>
              <a:t>.</a:t>
            </a:r>
            <a:endParaRPr lang="en-US" altLang="ko-KR" b="1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1ECFA6C-7F2B-195C-0811-BB3DC513CD3B}"/>
              </a:ext>
            </a:extLst>
          </p:cNvPr>
          <p:cNvSpPr/>
          <p:nvPr/>
        </p:nvSpPr>
        <p:spPr>
          <a:xfrm>
            <a:off x="716598" y="4442604"/>
            <a:ext cx="3708754" cy="38818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1410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C9F0A-599B-FA1F-2E1A-39A2CDC8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B63988-D306-81AB-E51E-0D20D3741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9A257-4A01-66F3-EC8D-88369A2F2C9B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5. </a:t>
            </a:r>
            <a:r>
              <a:rPr lang="en-US" altLang="ko-KR" b="1" dirty="0">
                <a:solidFill>
                  <a:schemeClr val="accent2"/>
                </a:solidFill>
              </a:rPr>
              <a:t>WATCH -&gt; HOUR</a:t>
            </a:r>
            <a:r>
              <a:rPr lang="ko-KR" altLang="en-US" b="1" dirty="0">
                <a:solidFill>
                  <a:schemeClr val="accent2"/>
                </a:solidFill>
              </a:rPr>
              <a:t> 상태 전이</a:t>
            </a:r>
            <a:r>
              <a:rPr lang="ko-KR" altLang="en-US" b="1" dirty="0"/>
              <a:t> 및 시간 수정 모드 진입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btnR</a:t>
            </a:r>
            <a:r>
              <a:rPr lang="en-US" altLang="ko-KR" b="1" dirty="0"/>
              <a:t> </a:t>
            </a:r>
            <a:r>
              <a:rPr lang="ko-KR" altLang="en-US" b="1" dirty="0"/>
              <a:t>입력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92A4D5B-D11D-E4B2-9E3F-1841B72E8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7532" y="1331950"/>
            <a:ext cx="10239555" cy="2782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534C74-4BF7-D725-A73D-A5E1000B4B5C}"/>
              </a:ext>
            </a:extLst>
          </p:cNvPr>
          <p:cNvSpPr txBox="1"/>
          <p:nvPr/>
        </p:nvSpPr>
        <p:spPr>
          <a:xfrm>
            <a:off x="713117" y="4535370"/>
            <a:ext cx="10765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WATCH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4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b="1" dirty="0" err="1">
                <a:solidFill>
                  <a:schemeClr val="accent2"/>
                </a:solidFill>
              </a:rPr>
              <a:t>btnR</a:t>
            </a:r>
            <a:r>
              <a:rPr lang="en-US" altLang="ko-KR" b="1" dirty="0">
                <a:solidFill>
                  <a:schemeClr val="accent2"/>
                </a:solidFill>
              </a:rPr>
              <a:t> </a:t>
            </a:r>
            <a:r>
              <a:rPr lang="ko-KR" altLang="en-US" b="1" dirty="0">
                <a:solidFill>
                  <a:schemeClr val="accent2"/>
                </a:solidFill>
              </a:rPr>
              <a:t>입력이 인가</a:t>
            </a:r>
            <a:r>
              <a:rPr lang="ko-KR" altLang="en-US" dirty="0"/>
              <a:t>되면 </a:t>
            </a:r>
            <a:r>
              <a:rPr lang="en-US" altLang="ko-KR" dirty="0"/>
              <a:t>debounce </a:t>
            </a:r>
            <a:r>
              <a:rPr lang="ko-KR" altLang="en-US" dirty="0"/>
              <a:t>및 </a:t>
            </a:r>
            <a:r>
              <a:rPr lang="en-US" altLang="ko-KR" dirty="0" err="1"/>
              <a:t>clk</a:t>
            </a:r>
            <a:r>
              <a:rPr lang="en-US" altLang="ko-KR" dirty="0"/>
              <a:t> </a:t>
            </a:r>
            <a:r>
              <a:rPr lang="ko-KR" altLang="en-US" dirty="0"/>
              <a:t>동기화를 거친 </a:t>
            </a:r>
            <a:r>
              <a:rPr lang="en-US" altLang="ko-KR" b="1" dirty="0" err="1">
                <a:solidFill>
                  <a:schemeClr val="accent2"/>
                </a:solidFill>
              </a:rPr>
              <a:t>w_btnR</a:t>
            </a:r>
            <a:r>
              <a:rPr lang="en-US" altLang="ko-KR" b="1" dirty="0">
                <a:solidFill>
                  <a:schemeClr val="accent2"/>
                </a:solidFill>
              </a:rPr>
              <a:t> pulse</a:t>
            </a:r>
            <a:r>
              <a:rPr lang="ko-KR" altLang="en-US" dirty="0"/>
              <a:t>가 발생하고</a:t>
            </a:r>
            <a:r>
              <a:rPr lang="en-US" altLang="ko-KR" dirty="0"/>
              <a:t>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이에 따라 </a:t>
            </a: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HOUR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</a:t>
            </a:r>
            <a:r>
              <a:rPr lang="en-US" altLang="ko-KR" b="1" dirty="0">
                <a:solidFill>
                  <a:schemeClr val="accent2"/>
                </a:solidFill>
              </a:rPr>
              <a:t>5</a:t>
            </a:r>
            <a:r>
              <a:rPr lang="en-US" altLang="ko-KR" dirty="0"/>
              <a:t>)</a:t>
            </a:r>
            <a:r>
              <a:rPr lang="ko-KR" altLang="en-US" dirty="0"/>
              <a:t>로 전이됨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 err="1">
                <a:solidFill>
                  <a:schemeClr val="accent2"/>
                </a:solidFill>
              </a:rPr>
              <a:t>w_c_hour</a:t>
            </a:r>
            <a:r>
              <a:rPr lang="ko-KR" altLang="en-US" b="1" dirty="0"/>
              <a:t>가 활성화</a:t>
            </a:r>
            <a:r>
              <a:rPr lang="ko-KR" altLang="en-US" dirty="0"/>
              <a:t>되어 </a:t>
            </a:r>
            <a:r>
              <a:rPr lang="ko-KR" altLang="en-US" b="1" dirty="0"/>
              <a:t>시간</a:t>
            </a:r>
            <a:r>
              <a:rPr lang="en-US" altLang="ko-KR" b="1" dirty="0"/>
              <a:t>(hour) </a:t>
            </a:r>
            <a:r>
              <a:rPr lang="ko-KR" altLang="en-US" b="1" dirty="0"/>
              <a:t>수정 모드로 진입</a:t>
            </a:r>
            <a:r>
              <a:rPr lang="ko-KR" altLang="en-US" dirty="0"/>
              <a:t>하며</a:t>
            </a:r>
            <a:r>
              <a:rPr lang="en-US" altLang="ko-KR" dirty="0"/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w_blink_sel</a:t>
            </a:r>
            <a:r>
              <a:rPr lang="en-US" altLang="ko-KR" b="1" dirty="0">
                <a:solidFill>
                  <a:schemeClr val="accent2"/>
                </a:solidFill>
              </a:rPr>
              <a:t> = 100</a:t>
            </a:r>
            <a:r>
              <a:rPr lang="ko-KR" altLang="en-US" dirty="0"/>
              <a:t>을 통해 </a:t>
            </a:r>
            <a:r>
              <a:rPr lang="en-US" altLang="ko-KR" b="1" dirty="0">
                <a:solidFill>
                  <a:schemeClr val="accent2"/>
                </a:solidFill>
              </a:rPr>
              <a:t>hour </a:t>
            </a:r>
            <a:r>
              <a:rPr lang="ko-KR" altLang="en-US" b="1" dirty="0">
                <a:solidFill>
                  <a:schemeClr val="accent2"/>
                </a:solidFill>
              </a:rPr>
              <a:t>자릿수가 </a:t>
            </a:r>
            <a:r>
              <a:rPr lang="en-US" altLang="ko-KR" b="1" dirty="0">
                <a:solidFill>
                  <a:schemeClr val="accent2"/>
                </a:solidFill>
              </a:rPr>
              <a:t>blink</a:t>
            </a:r>
            <a:r>
              <a:rPr lang="ko-KR" altLang="en-US" b="1" dirty="0">
                <a:solidFill>
                  <a:schemeClr val="accent2"/>
                </a:solidFill>
              </a:rPr>
              <a:t>됨을 확인</a:t>
            </a:r>
            <a:r>
              <a:rPr lang="ko-KR" altLang="en-US" dirty="0"/>
              <a:t>하였다</a:t>
            </a:r>
            <a:r>
              <a:rPr lang="en-US" altLang="ko-KR" dirty="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591438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B9BC-C6E3-933B-2AA6-5BA0AAA1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4D4865-5807-A17E-0177-D72570C2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F9E736-FC44-6086-CD82-F5D3664FAAC0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6. </a:t>
            </a:r>
            <a:r>
              <a:rPr lang="en-US" altLang="ko-KR" b="1" dirty="0">
                <a:solidFill>
                  <a:schemeClr val="accent2"/>
                </a:solidFill>
              </a:rPr>
              <a:t>HOUR -&gt; MIN</a:t>
            </a:r>
            <a:r>
              <a:rPr lang="ko-KR" altLang="en-US" b="1" dirty="0">
                <a:solidFill>
                  <a:schemeClr val="accent2"/>
                </a:solidFill>
              </a:rPr>
              <a:t> 상태 전이</a:t>
            </a:r>
            <a:r>
              <a:rPr lang="ko-KR" altLang="en-US" b="1" dirty="0"/>
              <a:t> 및 시간 수정 모드 진입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btnR</a:t>
            </a:r>
            <a:r>
              <a:rPr lang="en-US" altLang="ko-KR" b="1" dirty="0"/>
              <a:t> </a:t>
            </a:r>
            <a:r>
              <a:rPr lang="ko-KR" altLang="en-US" b="1" dirty="0"/>
              <a:t>입력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CA09062-2FA4-3405-C99C-8BC54E5B4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108" y="1259456"/>
            <a:ext cx="10249783" cy="263516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E9E98CD-E100-1710-ABC4-7A7CD86C4616}"/>
              </a:ext>
            </a:extLst>
          </p:cNvPr>
          <p:cNvSpPr txBox="1"/>
          <p:nvPr/>
        </p:nvSpPr>
        <p:spPr>
          <a:xfrm>
            <a:off x="1122817" y="4398215"/>
            <a:ext cx="9940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HOUR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5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b="1" dirty="0" err="1">
                <a:solidFill>
                  <a:schemeClr val="accent2"/>
                </a:solidFill>
              </a:rPr>
              <a:t>btnR</a:t>
            </a:r>
            <a:r>
              <a:rPr lang="en-US" altLang="ko-KR" dirty="0"/>
              <a:t> </a:t>
            </a:r>
            <a:r>
              <a:rPr lang="ko-KR" altLang="en-US" dirty="0"/>
              <a:t>입력이 인가되면 </a:t>
            </a:r>
            <a:r>
              <a:rPr lang="en-US" altLang="ko-KR" b="1" dirty="0" err="1">
                <a:solidFill>
                  <a:schemeClr val="accent2"/>
                </a:solidFill>
              </a:rPr>
              <a:t>w_btnR</a:t>
            </a:r>
            <a:r>
              <a:rPr lang="en-US" altLang="ko-KR" b="1" dirty="0">
                <a:solidFill>
                  <a:schemeClr val="accent2"/>
                </a:solidFill>
              </a:rPr>
              <a:t> pulse</a:t>
            </a:r>
            <a:r>
              <a:rPr lang="ko-KR" altLang="en-US" dirty="0"/>
              <a:t>에 의해 </a:t>
            </a: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MIN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</a:t>
            </a:r>
            <a:r>
              <a:rPr lang="en-US" altLang="ko-KR" b="1" dirty="0">
                <a:solidFill>
                  <a:schemeClr val="accent2"/>
                </a:solidFill>
              </a:rPr>
              <a:t>6</a:t>
            </a:r>
            <a:r>
              <a:rPr lang="en-US" altLang="ko-KR" dirty="0"/>
              <a:t>)</a:t>
            </a:r>
            <a:r>
              <a:rPr lang="ko-KR" altLang="en-US" dirty="0"/>
              <a:t>로 전이된다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 err="1">
                <a:solidFill>
                  <a:schemeClr val="accent2"/>
                </a:solidFill>
              </a:rPr>
              <a:t>w_c_min</a:t>
            </a:r>
            <a:r>
              <a:rPr lang="ko-KR" altLang="en-US" b="1" dirty="0">
                <a:solidFill>
                  <a:schemeClr val="accent2"/>
                </a:solidFill>
              </a:rPr>
              <a:t>이 활성화</a:t>
            </a:r>
            <a:r>
              <a:rPr lang="ko-KR" altLang="en-US" dirty="0"/>
              <a:t>되어 </a:t>
            </a:r>
            <a:r>
              <a:rPr lang="ko-KR" altLang="en-US" b="1" dirty="0">
                <a:solidFill>
                  <a:schemeClr val="accent2"/>
                </a:solidFill>
              </a:rPr>
              <a:t>분</a:t>
            </a:r>
            <a:r>
              <a:rPr lang="en-US" altLang="ko-KR" b="1" dirty="0">
                <a:solidFill>
                  <a:schemeClr val="accent2"/>
                </a:solidFill>
              </a:rPr>
              <a:t>(minute) </a:t>
            </a:r>
            <a:r>
              <a:rPr lang="ko-KR" altLang="en-US" b="1" dirty="0">
                <a:solidFill>
                  <a:schemeClr val="accent2"/>
                </a:solidFill>
              </a:rPr>
              <a:t>수정 모드로 진입</a:t>
            </a:r>
            <a:r>
              <a:rPr lang="ko-KR" altLang="en-US" dirty="0"/>
              <a:t>하며</a:t>
            </a:r>
            <a:r>
              <a:rPr lang="en-US" altLang="ko-KR" dirty="0"/>
              <a:t>, </a:t>
            </a:r>
            <a:r>
              <a:rPr lang="en-US" altLang="ko-KR" dirty="0" err="1"/>
              <a:t>w_blink_sel</a:t>
            </a:r>
            <a:r>
              <a:rPr lang="ko-KR" altLang="en-US" dirty="0"/>
              <a:t>이 </a:t>
            </a:r>
            <a:r>
              <a:rPr lang="en-US" altLang="ko-KR" b="1" dirty="0"/>
              <a:t>100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010</a:t>
            </a:r>
            <a:r>
              <a:rPr lang="ko-KR" altLang="en-US" dirty="0"/>
              <a:t>으로 변경되어 분 자릿수가 </a:t>
            </a:r>
            <a:r>
              <a:rPr lang="en-US" altLang="ko-KR" dirty="0"/>
              <a:t>blink</a:t>
            </a:r>
            <a:r>
              <a:rPr lang="ko-KR" altLang="en-US" dirty="0"/>
              <a:t>됨을 확인하였다</a:t>
            </a:r>
            <a:r>
              <a:rPr lang="en-US" altLang="ko-KR" dirty="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6576394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1FD03-2E3E-82F1-5A6E-6A504339A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126FA-1FB2-B461-8B7F-59E543F4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 err="1"/>
              <a:t>Top_Fnd</a:t>
            </a:r>
            <a:r>
              <a:rPr lang="en-US" altLang="ko-KR" dirty="0"/>
              <a:t> – Simulation Result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09FE0E-640B-A367-2B78-E0D7293C5EF0}"/>
              </a:ext>
            </a:extLst>
          </p:cNvPr>
          <p:cNvSpPr txBox="1"/>
          <p:nvPr/>
        </p:nvSpPr>
        <p:spPr>
          <a:xfrm>
            <a:off x="244832" y="732693"/>
            <a:ext cx="11193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</a:t>
            </a:r>
            <a:r>
              <a:rPr lang="ko-KR" altLang="en-US" b="1" dirty="0"/>
              <a:t> </a:t>
            </a:r>
            <a:r>
              <a:rPr lang="en-US" altLang="ko-KR" b="1" dirty="0"/>
              <a:t>7. </a:t>
            </a:r>
            <a:r>
              <a:rPr lang="en-US" altLang="ko-KR" b="1" dirty="0">
                <a:solidFill>
                  <a:schemeClr val="accent2"/>
                </a:solidFill>
              </a:rPr>
              <a:t>SEC -&gt; MIN</a:t>
            </a:r>
            <a:r>
              <a:rPr lang="ko-KR" altLang="en-US" b="1" dirty="0">
                <a:solidFill>
                  <a:schemeClr val="accent2"/>
                </a:solidFill>
              </a:rPr>
              <a:t> 상태 전이</a:t>
            </a:r>
            <a:r>
              <a:rPr lang="ko-KR" altLang="en-US" b="1" dirty="0"/>
              <a:t> 및 분 수정 모드 복귀 </a:t>
            </a:r>
            <a:r>
              <a:rPr lang="en-US" altLang="ko-KR" b="1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btnL</a:t>
            </a:r>
            <a:r>
              <a:rPr lang="en-US" altLang="ko-KR" b="1" dirty="0"/>
              <a:t> </a:t>
            </a:r>
            <a:r>
              <a:rPr lang="ko-KR" altLang="en-US" b="1" dirty="0"/>
              <a:t>입력</a:t>
            </a:r>
            <a:r>
              <a:rPr lang="en-US" altLang="ko-KR" b="1" dirty="0"/>
              <a:t>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699D044-A12B-BD5C-48A6-1E4FAA195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178" y="1222166"/>
            <a:ext cx="10249783" cy="30559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2B0717-CA13-C2F6-3D03-FE18DAFE91A5}"/>
              </a:ext>
            </a:extLst>
          </p:cNvPr>
          <p:cNvSpPr txBox="1"/>
          <p:nvPr/>
        </p:nvSpPr>
        <p:spPr>
          <a:xfrm>
            <a:off x="1122816" y="4586901"/>
            <a:ext cx="9940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SEC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7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b="1" dirty="0" err="1">
                <a:solidFill>
                  <a:schemeClr val="accent2"/>
                </a:solidFill>
              </a:rPr>
              <a:t>btnL</a:t>
            </a:r>
            <a:r>
              <a:rPr lang="en-US" altLang="ko-KR" dirty="0"/>
              <a:t> </a:t>
            </a:r>
            <a:r>
              <a:rPr lang="ko-KR" altLang="en-US" dirty="0"/>
              <a:t>입력이 인가되면 </a:t>
            </a:r>
            <a:r>
              <a:rPr lang="en-US" altLang="ko-KR" b="1" dirty="0" err="1">
                <a:solidFill>
                  <a:schemeClr val="accent2"/>
                </a:solidFill>
              </a:rPr>
              <a:t>w_btnL</a:t>
            </a:r>
            <a:r>
              <a:rPr lang="en-US" altLang="ko-KR" b="1" dirty="0">
                <a:solidFill>
                  <a:schemeClr val="accent2"/>
                </a:solidFill>
              </a:rPr>
              <a:t> pulse</a:t>
            </a:r>
            <a:r>
              <a:rPr lang="ko-KR" altLang="en-US" dirty="0"/>
              <a:t>에 의해 </a:t>
            </a: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MIN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</a:t>
            </a:r>
            <a:r>
              <a:rPr lang="en-US" altLang="ko-KR" b="1" dirty="0">
                <a:solidFill>
                  <a:schemeClr val="accent2"/>
                </a:solidFill>
              </a:rPr>
              <a:t>6</a:t>
            </a:r>
            <a:r>
              <a:rPr lang="en-US" altLang="ko-KR" dirty="0"/>
              <a:t>)</a:t>
            </a:r>
            <a:r>
              <a:rPr lang="ko-KR" altLang="en-US" dirty="0"/>
              <a:t>로 전이된다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 err="1"/>
              <a:t>w_c_sec</a:t>
            </a:r>
            <a:r>
              <a:rPr lang="ko-KR" altLang="en-US" dirty="0"/>
              <a:t>은 </a:t>
            </a:r>
            <a:r>
              <a:rPr lang="ko-KR" altLang="en-US" b="1" dirty="0"/>
              <a:t>비활성화</a:t>
            </a:r>
            <a:r>
              <a:rPr lang="ko-KR" altLang="en-US" dirty="0"/>
              <a:t>되고 </a:t>
            </a:r>
            <a:r>
              <a:rPr lang="en-US" altLang="ko-KR" b="1" dirty="0" err="1">
                <a:solidFill>
                  <a:schemeClr val="accent2"/>
                </a:solidFill>
              </a:rPr>
              <a:t>w_c_min</a:t>
            </a:r>
            <a:r>
              <a:rPr lang="ko-KR" altLang="en-US" b="1" dirty="0">
                <a:solidFill>
                  <a:schemeClr val="accent2"/>
                </a:solidFill>
              </a:rPr>
              <a:t>이 활성화</a:t>
            </a:r>
            <a:r>
              <a:rPr lang="ko-KR" altLang="en-US" dirty="0"/>
              <a:t>되며</a:t>
            </a:r>
            <a:r>
              <a:rPr lang="en-US" altLang="ko-KR" dirty="0"/>
              <a:t>, </a:t>
            </a:r>
            <a:r>
              <a:rPr lang="en-US" altLang="ko-KR" dirty="0" err="1"/>
              <a:t>w_blink_sel</a:t>
            </a:r>
            <a:r>
              <a:rPr lang="ko-KR" altLang="en-US" dirty="0"/>
              <a:t>이 </a:t>
            </a:r>
            <a:r>
              <a:rPr lang="en-US" altLang="ko-KR" b="1" dirty="0"/>
              <a:t>001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010</a:t>
            </a:r>
            <a:r>
              <a:rPr lang="ko-KR" altLang="en-US" dirty="0"/>
              <a:t>으로 변경되어 </a:t>
            </a:r>
            <a:r>
              <a:rPr lang="ko-KR" altLang="en-US" b="1" dirty="0"/>
              <a:t>분 자릿수가 다시 </a:t>
            </a:r>
            <a:r>
              <a:rPr lang="en-US" altLang="ko-KR" b="1" dirty="0"/>
              <a:t>blink</a:t>
            </a:r>
            <a:r>
              <a:rPr lang="ko-KR" altLang="en-US" b="1" dirty="0"/>
              <a:t>됨</a:t>
            </a:r>
            <a:r>
              <a:rPr lang="ko-KR" altLang="en-US" dirty="0"/>
              <a:t>을 확인하였다</a:t>
            </a:r>
            <a:r>
              <a:rPr lang="en-US" altLang="ko-KR" dirty="0"/>
              <a:t>.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551712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SR04 - </a:t>
            </a:r>
            <a:r>
              <a:rPr lang="ko-KR" altLang="en-US" dirty="0"/>
              <a:t>센서 </a:t>
            </a:r>
            <a:r>
              <a:rPr lang="en-US" altLang="ko-KR" dirty="0"/>
              <a:t>Spec.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007" y="1308099"/>
            <a:ext cx="4461665" cy="446166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34959" y="5769764"/>
            <a:ext cx="2239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SR04 </a:t>
            </a:r>
            <a:r>
              <a:rPr lang="ko-KR" altLang="en-US" b="1" dirty="0"/>
              <a:t>초음파 센서</a:t>
            </a:r>
            <a:endParaRPr lang="en-US" altLang="ko-KR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499652" y="1830771"/>
            <a:ext cx="5634015" cy="3328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측정 거리 </a:t>
            </a:r>
            <a:r>
              <a:rPr lang="en-US" altLang="ko-KR" dirty="0"/>
              <a:t>: 2cm</a:t>
            </a:r>
            <a:r>
              <a:rPr lang="ko-KR" altLang="en-US" dirty="0"/>
              <a:t> </a:t>
            </a:r>
            <a:r>
              <a:rPr lang="en-US" altLang="ko-KR" dirty="0"/>
              <a:t>~</a:t>
            </a:r>
            <a:r>
              <a:rPr lang="ko-KR" altLang="en-US" dirty="0"/>
              <a:t> </a:t>
            </a:r>
            <a:r>
              <a:rPr lang="en-US" altLang="ko-KR" dirty="0"/>
              <a:t>400cm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정확도 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±3mm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측정 각도</a:t>
            </a:r>
            <a:r>
              <a:rPr lang="en-US" altLang="ko-KR" dirty="0"/>
              <a:t>: </a:t>
            </a:r>
            <a:r>
              <a:rPr lang="ko-KR" altLang="en-US" dirty="0"/>
              <a:t>약 </a:t>
            </a:r>
            <a:r>
              <a:rPr lang="en-US" altLang="ko-KR" dirty="0"/>
              <a:t>15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동작 주파수 </a:t>
            </a:r>
            <a:r>
              <a:rPr lang="en-US" altLang="ko-KR" dirty="0"/>
              <a:t>: 40kHz </a:t>
            </a:r>
            <a:r>
              <a:rPr lang="ko-KR" altLang="en-US" dirty="0"/>
              <a:t>초음파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2"/>
                </a:solidFill>
              </a:rPr>
              <a:t>거리 계산식</a:t>
            </a:r>
            <a:r>
              <a:rPr lang="en-US" altLang="ko-KR" b="1" dirty="0">
                <a:solidFill>
                  <a:schemeClr val="accent2"/>
                </a:solidFill>
              </a:rPr>
              <a:t>(cm)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en-US" altLang="ko-KR" dirty="0"/>
              <a:t>: </a:t>
            </a:r>
            <a:r>
              <a:rPr lang="en-US" altLang="ko-KR" b="1" dirty="0">
                <a:solidFill>
                  <a:schemeClr val="accent2"/>
                </a:solidFill>
              </a:rPr>
              <a:t>Echo </a:t>
            </a:r>
            <a:r>
              <a:rPr lang="ko-KR" altLang="en-US" b="1" dirty="0">
                <a:solidFill>
                  <a:schemeClr val="accent2"/>
                </a:solidFill>
              </a:rPr>
              <a:t>시간</a:t>
            </a:r>
            <a:r>
              <a:rPr lang="en-US" altLang="ko-KR" b="1" dirty="0">
                <a:solidFill>
                  <a:schemeClr val="accent2"/>
                </a:solidFill>
              </a:rPr>
              <a:t>(us) / 58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>
                <a:solidFill>
                  <a:schemeClr val="accent2"/>
                </a:solidFill>
              </a:rPr>
              <a:t>측정 주기 </a:t>
            </a:r>
            <a:r>
              <a:rPr lang="en-US" altLang="ko-KR" dirty="0"/>
              <a:t>: </a:t>
            </a:r>
            <a:r>
              <a:rPr lang="ko-KR" altLang="en-US" dirty="0"/>
              <a:t>최소 </a:t>
            </a:r>
            <a:r>
              <a:rPr lang="en-US" altLang="ko-KR" b="1" dirty="0">
                <a:solidFill>
                  <a:schemeClr val="accent2"/>
                </a:solidFill>
              </a:rPr>
              <a:t>60ms</a:t>
            </a:r>
            <a:r>
              <a:rPr lang="en-US" altLang="ko-KR" dirty="0"/>
              <a:t> </a:t>
            </a:r>
            <a:r>
              <a:rPr lang="ko-KR" altLang="en-US" dirty="0"/>
              <a:t>간격 권장 </a:t>
            </a:r>
            <a:r>
              <a:rPr lang="en-US" altLang="ko-KR" dirty="0"/>
              <a:t>(</a:t>
            </a:r>
            <a:r>
              <a:rPr lang="ko-KR" altLang="en-US" dirty="0"/>
              <a:t>오동작 방지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47797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SR04 - FSM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71" y="1460187"/>
            <a:ext cx="5342382" cy="42418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D2998C7-A4A1-0EDE-6300-7FDCBAA5B810}"/>
              </a:ext>
            </a:extLst>
          </p:cNvPr>
          <p:cNvSpPr txBox="1"/>
          <p:nvPr/>
        </p:nvSpPr>
        <p:spPr>
          <a:xfrm>
            <a:off x="5960853" y="2842460"/>
            <a:ext cx="61092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chemeClr val="accent2"/>
                </a:solidFill>
              </a:rPr>
              <a:t>IDLE</a:t>
            </a:r>
            <a:r>
              <a:rPr lang="en-US" altLang="ko-KR" dirty="0"/>
              <a:t>: 15</a:t>
            </a:r>
            <a:r>
              <a:rPr lang="ko-KR" altLang="en-US" dirty="0"/>
              <a:t>초 대기 후 </a:t>
            </a:r>
            <a:r>
              <a:rPr lang="en-US" altLang="ko-KR" b="1" dirty="0"/>
              <a:t>SR04_start = 1</a:t>
            </a:r>
            <a:r>
              <a:rPr lang="ko-KR" altLang="en-US" dirty="0"/>
              <a:t>일 때 측정 시작</a:t>
            </a:r>
            <a:br>
              <a:rPr lang="ko-KR" altLang="en-US" dirty="0"/>
            </a:br>
            <a:r>
              <a:rPr lang="en-US" altLang="ko-KR" b="1" dirty="0">
                <a:solidFill>
                  <a:schemeClr val="accent2"/>
                </a:solidFill>
              </a:rPr>
              <a:t>START</a:t>
            </a:r>
            <a:r>
              <a:rPr lang="en-US" altLang="ko-KR" dirty="0"/>
              <a:t>: </a:t>
            </a:r>
            <a:r>
              <a:rPr lang="en-US" altLang="ko-KR" b="1" dirty="0"/>
              <a:t>trig = 1 </a:t>
            </a:r>
            <a:r>
              <a:rPr lang="ko-KR" altLang="en-US" dirty="0"/>
              <a:t>출력</a:t>
            </a:r>
            <a:r>
              <a:rPr lang="en-US" altLang="ko-KR" dirty="0"/>
              <a:t>. </a:t>
            </a:r>
            <a:r>
              <a:rPr lang="ko-KR" altLang="en-US" dirty="0"/>
              <a:t>약 </a:t>
            </a:r>
            <a:r>
              <a:rPr lang="en-US" altLang="ko-KR" dirty="0"/>
              <a:t>10us </a:t>
            </a:r>
            <a:r>
              <a:rPr lang="ko-KR" altLang="en-US" dirty="0"/>
              <a:t>유지 후 </a:t>
            </a:r>
            <a:r>
              <a:rPr lang="en-US" altLang="ko-KR" dirty="0"/>
              <a:t>WAIT </a:t>
            </a:r>
            <a:r>
              <a:rPr lang="ko-KR" altLang="en-US" dirty="0"/>
              <a:t>전이</a:t>
            </a:r>
            <a:br>
              <a:rPr lang="ko-KR" altLang="en-US" dirty="0"/>
            </a:br>
            <a:r>
              <a:rPr lang="en-US" altLang="ko-KR" b="1" dirty="0">
                <a:solidFill>
                  <a:schemeClr val="accent2"/>
                </a:solidFill>
              </a:rPr>
              <a:t>WAIT</a:t>
            </a:r>
            <a:r>
              <a:rPr lang="en-US" altLang="ko-KR" dirty="0"/>
              <a:t>: </a:t>
            </a:r>
            <a:r>
              <a:rPr lang="en-US" altLang="ko-KR" b="1" dirty="0"/>
              <a:t>trig = 0 </a:t>
            </a:r>
            <a:r>
              <a:rPr lang="ko-KR" altLang="en-US" dirty="0"/>
              <a:t>출력</a:t>
            </a:r>
            <a:r>
              <a:rPr lang="en-US" altLang="ko-KR" dirty="0"/>
              <a:t>. </a:t>
            </a:r>
            <a:r>
              <a:rPr lang="en-US" altLang="ko-KR" b="1" dirty="0"/>
              <a:t>echo =</a:t>
            </a:r>
            <a:r>
              <a:rPr lang="ko-KR" altLang="en-US" b="1" dirty="0"/>
              <a:t> </a:t>
            </a:r>
            <a:r>
              <a:rPr lang="en-US" altLang="ko-KR" b="1" dirty="0"/>
              <a:t>1</a:t>
            </a:r>
            <a:r>
              <a:rPr lang="ko-KR" altLang="en-US" b="1" dirty="0"/>
              <a:t>일 때까지 대기</a:t>
            </a:r>
            <a:br>
              <a:rPr lang="ko-KR" altLang="en-US" b="1" dirty="0"/>
            </a:br>
            <a:r>
              <a:rPr lang="en-US" altLang="ko-KR" b="1" dirty="0">
                <a:solidFill>
                  <a:schemeClr val="accent2"/>
                </a:solidFill>
              </a:rPr>
              <a:t>RESPONSE</a:t>
            </a:r>
            <a:r>
              <a:rPr lang="en-US" altLang="ko-KR" dirty="0"/>
              <a:t>: </a:t>
            </a:r>
            <a:r>
              <a:rPr lang="en-US" altLang="ko-KR" b="1" dirty="0"/>
              <a:t>echo = 0 </a:t>
            </a:r>
            <a:r>
              <a:rPr lang="ko-KR" altLang="en-US" dirty="0"/>
              <a:t>되면 </a:t>
            </a:r>
            <a:r>
              <a:rPr lang="ko-KR" altLang="en-US" b="1" dirty="0"/>
              <a:t>거리 계산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	    </a:t>
            </a:r>
            <a:r>
              <a:rPr lang="en-US" altLang="ko-KR" b="1" dirty="0">
                <a:solidFill>
                  <a:srgbClr val="FF0000"/>
                </a:solidFill>
              </a:rPr>
              <a:t>Distance(cm) = time(us) / 58</a:t>
            </a:r>
          </a:p>
        </p:txBody>
      </p:sp>
    </p:spTree>
    <p:extLst>
      <p:ext uri="{BB962C8B-B14F-4D97-AF65-F5344CB8AC3E}">
        <p14:creationId xmlns:p14="http://schemas.microsoft.com/office/powerpoint/2010/main" val="2530395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BAFF-6CF6-7A94-9636-E47A89CBF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F79C2-24C2-E613-4953-15793B72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– 15</a:t>
            </a:r>
            <a:r>
              <a:rPr lang="ko-KR" altLang="en-US" dirty="0"/>
              <a:t>초 </a:t>
            </a:r>
            <a:r>
              <a:rPr lang="en-US" altLang="ko-KR" dirty="0"/>
              <a:t>counter logic </a:t>
            </a:r>
            <a:r>
              <a:rPr lang="ko-KR" altLang="en-US" dirty="0"/>
              <a:t>추가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B5E0AC-DD92-CD8B-1597-13734726A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954" y="1445623"/>
            <a:ext cx="3482534" cy="2811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9DF46CE-016D-C348-A803-D80FFE9133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464" y="1438520"/>
            <a:ext cx="5316013" cy="2811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9BE92DA-6A74-AE93-D14A-7A588D514E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54" y="2428655"/>
            <a:ext cx="3842212" cy="2709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71C9455-3B79-7233-C0FB-DA78BE4C4759}"/>
              </a:ext>
            </a:extLst>
          </p:cNvPr>
          <p:cNvSpPr txBox="1"/>
          <p:nvPr/>
        </p:nvSpPr>
        <p:spPr>
          <a:xfrm>
            <a:off x="4830792" y="2428655"/>
            <a:ext cx="659058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/>
              <a:t>sr04_start</a:t>
            </a:r>
            <a:r>
              <a:rPr lang="ko-KR" altLang="en-US" b="1" dirty="0"/>
              <a:t>가 </a:t>
            </a:r>
            <a:r>
              <a:rPr lang="en-US" altLang="ko-KR" b="1" dirty="0"/>
              <a:t>1</a:t>
            </a:r>
            <a:r>
              <a:rPr lang="ko-KR" altLang="en-US" b="1" dirty="0"/>
              <a:t>로 유지되는 동안 </a:t>
            </a:r>
            <a:r>
              <a:rPr lang="en-US" altLang="ko-KR" b="1" dirty="0" err="1"/>
              <a:t>start_cnt_reg</a:t>
            </a:r>
            <a:r>
              <a:rPr lang="ko-KR" altLang="en-US" b="1" dirty="0"/>
              <a:t>가 계속 증가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b="1" dirty="0"/>
              <a:t>카운터가 </a:t>
            </a:r>
            <a:r>
              <a:rPr lang="en-US" altLang="ko-KR" b="1" dirty="0"/>
              <a:t>15</a:t>
            </a:r>
            <a:r>
              <a:rPr lang="ko-KR" altLang="en-US" b="1" dirty="0"/>
              <a:t>초에 해당하는 값에 도달</a:t>
            </a:r>
            <a:r>
              <a:rPr lang="ko-KR" altLang="en-US" dirty="0"/>
              <a:t>하면 </a:t>
            </a:r>
            <a:r>
              <a:rPr lang="en-US" altLang="ko-KR" b="1" dirty="0"/>
              <a:t>START</a:t>
            </a:r>
            <a:r>
              <a:rPr lang="ko-KR" altLang="en-US" b="1" dirty="0"/>
              <a:t> 상태</a:t>
            </a:r>
            <a:r>
              <a:rPr lang="ko-KR" altLang="en-US" dirty="0"/>
              <a:t>로 넘어가서 초음파 측정을 시작함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15</a:t>
            </a:r>
            <a:r>
              <a:rPr lang="ko-KR" altLang="en-US" dirty="0"/>
              <a:t>초가 되기 전까지는 </a:t>
            </a:r>
            <a:r>
              <a:rPr lang="en-US" altLang="ko-KR" dirty="0"/>
              <a:t>IDLE</a:t>
            </a:r>
            <a:r>
              <a:rPr lang="ko-KR" altLang="en-US" dirty="0"/>
              <a:t> 상태에 머물면서 </a:t>
            </a:r>
            <a:r>
              <a:rPr lang="en-US" altLang="ko-KR" dirty="0"/>
              <a:t>trig</a:t>
            </a:r>
            <a:r>
              <a:rPr lang="ko-KR" altLang="en-US" dirty="0"/>
              <a:t>는 </a:t>
            </a:r>
            <a:r>
              <a:rPr lang="en-US" altLang="ko-KR" dirty="0"/>
              <a:t>0</a:t>
            </a:r>
            <a:r>
              <a:rPr lang="ko-KR" altLang="en-US" dirty="0"/>
              <a:t>으로 유지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즉</a:t>
            </a:r>
            <a:r>
              <a:rPr lang="en-US" altLang="ko-KR" b="1" dirty="0"/>
              <a:t>,</a:t>
            </a:r>
            <a:r>
              <a:rPr lang="ko-KR" altLang="en-US" b="1" dirty="0"/>
              <a:t> 이 로직은 </a:t>
            </a:r>
            <a:r>
              <a:rPr lang="en-US" altLang="ko-KR" b="1" dirty="0"/>
              <a:t>sr04_start</a:t>
            </a:r>
            <a:r>
              <a:rPr lang="ko-KR" altLang="en-US" b="1" dirty="0"/>
              <a:t> 입력이 들어와도 바로 측정하지 않고</a:t>
            </a:r>
            <a:r>
              <a:rPr lang="en-US" altLang="ko-KR" b="1" dirty="0"/>
              <a:t>, </a:t>
            </a:r>
            <a:r>
              <a:rPr lang="ko-KR" altLang="en-US" b="1" dirty="0">
                <a:solidFill>
                  <a:schemeClr val="accent2"/>
                </a:solidFill>
              </a:rPr>
              <a:t>측정 간격</a:t>
            </a:r>
            <a:r>
              <a:rPr lang="ko-KR" altLang="en-US" b="1" dirty="0"/>
              <a:t>을 </a:t>
            </a:r>
            <a:r>
              <a:rPr lang="en-US" altLang="ko-KR" b="1" dirty="0">
                <a:solidFill>
                  <a:schemeClr val="accent2"/>
                </a:solidFill>
              </a:rPr>
              <a:t>15</a:t>
            </a:r>
            <a:r>
              <a:rPr lang="ko-KR" altLang="en-US" b="1" dirty="0">
                <a:solidFill>
                  <a:schemeClr val="accent2"/>
                </a:solidFill>
              </a:rPr>
              <a:t>초</a:t>
            </a:r>
            <a:r>
              <a:rPr lang="ko-KR" altLang="en-US" b="1" dirty="0"/>
              <a:t>로 확보한 뒤 초음파 측정을 시작하도록 하는 부분임</a:t>
            </a:r>
            <a:r>
              <a:rPr lang="en-US" altLang="ko-KR" b="1" dirty="0"/>
              <a:t>.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2"/>
                </a:solidFill>
              </a:rPr>
              <a:t>SR04</a:t>
            </a:r>
            <a:r>
              <a:rPr lang="ko-KR" altLang="en-US" b="1" dirty="0">
                <a:solidFill>
                  <a:schemeClr val="accent2"/>
                </a:solidFill>
              </a:rPr>
              <a:t>가 연속적으로 너무 자주 동작하는 상황을 방지</a:t>
            </a:r>
            <a:r>
              <a:rPr lang="ko-KR" altLang="en-US" dirty="0"/>
              <a:t>할 이를 통해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9152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24557-08B3-A271-A5EA-1F4500678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F42B36-A469-2E4F-F713-45DEB8DD5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– Simulation Scenario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EB208A-3A85-181D-AA40-F40CAD58A086}"/>
              </a:ext>
            </a:extLst>
          </p:cNvPr>
          <p:cNvSpPr txBox="1"/>
          <p:nvPr/>
        </p:nvSpPr>
        <p:spPr>
          <a:xfrm>
            <a:off x="334938" y="2182505"/>
            <a:ext cx="1151626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&lt;Verification Check Point&gt;</a:t>
            </a:r>
          </a:p>
          <a:p>
            <a:endParaRPr lang="en-US" altLang="ko-KR" sz="2400" b="1" dirty="0"/>
          </a:p>
          <a:p>
            <a:r>
              <a:rPr lang="en-US" altLang="ko-KR" dirty="0"/>
              <a:t>1. </a:t>
            </a:r>
            <a:r>
              <a:rPr lang="en-US" altLang="ko-KR" b="1" dirty="0">
                <a:solidFill>
                  <a:schemeClr val="accent2"/>
                </a:solidFill>
              </a:rPr>
              <a:t>trig</a:t>
            </a:r>
            <a:r>
              <a:rPr lang="ko-KR" altLang="en-US" dirty="0"/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START</a:t>
            </a:r>
            <a:r>
              <a:rPr lang="en-US" altLang="ko-KR" dirty="0"/>
              <a:t> </a:t>
            </a:r>
            <a:r>
              <a:rPr lang="ko-KR" altLang="en-US" dirty="0"/>
              <a:t>구간에서 실제로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b="1" dirty="0">
                <a:solidFill>
                  <a:schemeClr val="accent2"/>
                </a:solidFill>
              </a:rPr>
              <a:t>이 되는지 확인</a:t>
            </a:r>
            <a:r>
              <a:rPr lang="en-US" altLang="ko-KR" b="1" dirty="0">
                <a:solidFill>
                  <a:schemeClr val="accent2"/>
                </a:solidFill>
              </a:rPr>
              <a:t>.</a:t>
            </a:r>
          </a:p>
          <a:p>
            <a:r>
              <a:rPr lang="en-US" altLang="ko-KR" dirty="0"/>
              <a:t>2. </a:t>
            </a:r>
            <a:r>
              <a:rPr lang="en-US" altLang="ko-KR" b="1" dirty="0">
                <a:solidFill>
                  <a:schemeClr val="accent2"/>
                </a:solidFill>
              </a:rPr>
              <a:t>echo = 1</a:t>
            </a:r>
            <a:r>
              <a:rPr lang="ko-KR" altLang="en-US" dirty="0"/>
              <a:t>일 때 </a:t>
            </a: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/>
              <a:t>RESPONSE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dirty="0" err="1"/>
              <a:t>c_state</a:t>
            </a:r>
            <a:r>
              <a:rPr lang="en-US" altLang="ko-KR" dirty="0"/>
              <a:t> = 3)</a:t>
            </a:r>
            <a:r>
              <a:rPr lang="ko-KR" altLang="en-US" dirty="0"/>
              <a:t>로 전이되고</a:t>
            </a:r>
            <a:r>
              <a:rPr lang="en-US" altLang="ko-KR" dirty="0"/>
              <a:t>, </a:t>
            </a:r>
            <a:r>
              <a:rPr lang="en-US" altLang="ko-KR" b="1" dirty="0"/>
              <a:t>RESPONSE </a:t>
            </a:r>
            <a:r>
              <a:rPr lang="ko-KR" altLang="en-US" b="1" dirty="0"/>
              <a:t>구간에서 </a:t>
            </a:r>
            <a:r>
              <a:rPr lang="en-US" altLang="ko-KR" b="1" dirty="0" err="1"/>
              <a:t>tick_cnt_reg</a:t>
            </a:r>
            <a:r>
              <a:rPr lang="ko-KR" altLang="en-US" b="1" dirty="0"/>
              <a:t>가 증가하는지 확인</a:t>
            </a:r>
            <a:r>
              <a:rPr lang="en-US" altLang="ko-KR" b="1" dirty="0"/>
              <a:t>.</a:t>
            </a:r>
          </a:p>
          <a:p>
            <a:r>
              <a:rPr lang="en-US" altLang="ko-KR" dirty="0"/>
              <a:t>3. echo</a:t>
            </a:r>
            <a:r>
              <a:rPr lang="ko-KR" altLang="en-US" dirty="0"/>
              <a:t>가 끝난 뒤 </a:t>
            </a:r>
            <a:r>
              <a:rPr lang="en-US" altLang="ko-KR" dirty="0"/>
              <a:t>distance</a:t>
            </a:r>
            <a:r>
              <a:rPr lang="ko-KR" altLang="en-US" dirty="0"/>
              <a:t>가 </a:t>
            </a:r>
            <a:r>
              <a:rPr lang="en-US" altLang="ko-KR" dirty="0"/>
              <a:t>20 </a:t>
            </a:r>
            <a:r>
              <a:rPr lang="ko-KR" altLang="en-US" dirty="0"/>
              <a:t>근처로 저장되는지 확인한다</a:t>
            </a:r>
            <a:r>
              <a:rPr lang="en-US" altLang="ko-KR" dirty="0"/>
              <a:t>. testbench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echo</a:t>
            </a:r>
            <a:r>
              <a:rPr lang="ko-KR" altLang="en-US" b="1" dirty="0">
                <a:solidFill>
                  <a:schemeClr val="accent2"/>
                </a:solidFill>
              </a:rPr>
              <a:t>를 </a:t>
            </a:r>
            <a:r>
              <a:rPr lang="en-US" altLang="ko-KR" b="1" dirty="0">
                <a:solidFill>
                  <a:schemeClr val="accent2"/>
                </a:solidFill>
              </a:rPr>
              <a:t>1160us </a:t>
            </a:r>
            <a:r>
              <a:rPr lang="ko-KR" altLang="en-US" b="1" dirty="0">
                <a:solidFill>
                  <a:schemeClr val="accent2"/>
                </a:solidFill>
              </a:rPr>
              <a:t>동안 </a:t>
            </a:r>
            <a:r>
              <a:rPr lang="en-US" altLang="ko-KR" b="1" dirty="0">
                <a:solidFill>
                  <a:schemeClr val="accent2"/>
                </a:solidFill>
              </a:rPr>
              <a:t>High</a:t>
            </a:r>
            <a:r>
              <a:rPr lang="ko-KR" altLang="en-US" b="1" dirty="0">
                <a:solidFill>
                  <a:schemeClr val="accent2"/>
                </a:solidFill>
              </a:rPr>
              <a:t>로 설정</a:t>
            </a:r>
            <a:r>
              <a:rPr lang="ko-KR" altLang="en-US" dirty="0"/>
              <a:t>했으므로</a:t>
            </a:r>
            <a:r>
              <a:rPr lang="en-US" altLang="ko-KR" dirty="0"/>
              <a:t>, distance = 1160 / 58 = </a:t>
            </a:r>
            <a:r>
              <a:rPr lang="en-US" altLang="ko-KR" b="1" dirty="0">
                <a:solidFill>
                  <a:srgbClr val="FF0000"/>
                </a:solidFill>
              </a:rPr>
              <a:t>20cm</a:t>
            </a:r>
            <a:r>
              <a:rPr lang="ko-KR" altLang="en-US" dirty="0"/>
              <a:t>가 출력되는지 확인한다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94193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F712-D02C-EE86-4026-A8B0E6EEE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54432-6CEC-555C-FE0D-2A2F394C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– Simulation Result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0BC32-9840-DE9C-BE25-DCAB6E283DF0}"/>
              </a:ext>
            </a:extLst>
          </p:cNvPr>
          <p:cNvSpPr txBox="1"/>
          <p:nvPr/>
        </p:nvSpPr>
        <p:spPr>
          <a:xfrm>
            <a:off x="267419" y="733245"/>
            <a:ext cx="95925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 1.</a:t>
            </a:r>
            <a:r>
              <a:rPr lang="ko-KR" altLang="en-US" b="1" dirty="0"/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trig</a:t>
            </a:r>
            <a:r>
              <a:rPr lang="ko-KR" altLang="en-US" b="1" dirty="0"/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START</a:t>
            </a:r>
            <a:r>
              <a:rPr lang="en-US" altLang="ko-KR" b="1" dirty="0"/>
              <a:t> </a:t>
            </a:r>
            <a:r>
              <a:rPr lang="ko-KR" altLang="en-US" b="1" dirty="0"/>
              <a:t>구간에서 실제로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b="1" dirty="0"/>
              <a:t>이 되는지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2990C64-2680-3325-8446-CB052637E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87" y="1673146"/>
            <a:ext cx="10145541" cy="28388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F32939-1E00-BEF5-64A6-7903D60D3625}"/>
              </a:ext>
            </a:extLst>
          </p:cNvPr>
          <p:cNvSpPr txBox="1"/>
          <p:nvPr/>
        </p:nvSpPr>
        <p:spPr>
          <a:xfrm>
            <a:off x="1199072" y="4815522"/>
            <a:ext cx="994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/>
              <a:t>IDLE</a:t>
            </a:r>
            <a:r>
              <a:rPr lang="ko-KR" altLang="en-US" dirty="0"/>
              <a:t>에서 </a:t>
            </a:r>
            <a:r>
              <a:rPr lang="en-US" altLang="ko-KR" b="1" dirty="0"/>
              <a:t>START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/>
              <a:t>c_state</a:t>
            </a:r>
            <a:r>
              <a:rPr lang="en-US" altLang="ko-KR" b="1" dirty="0"/>
              <a:t> = 1</a:t>
            </a:r>
            <a:r>
              <a:rPr lang="en-US" altLang="ko-KR" dirty="0"/>
              <a:t>)</a:t>
            </a:r>
            <a:r>
              <a:rPr lang="ko-KR" altLang="en-US" dirty="0"/>
              <a:t>로 전이되면 </a:t>
            </a:r>
            <a:r>
              <a:rPr lang="en-US" altLang="ko-KR" b="1" dirty="0">
                <a:solidFill>
                  <a:schemeClr val="accent2"/>
                </a:solidFill>
              </a:rPr>
              <a:t>trig</a:t>
            </a:r>
            <a:r>
              <a:rPr lang="ko-KR" altLang="en-US" b="1" dirty="0">
                <a:solidFill>
                  <a:schemeClr val="accent2"/>
                </a:solidFill>
              </a:rPr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b="1" dirty="0">
                <a:solidFill>
                  <a:schemeClr val="accent2"/>
                </a:solidFill>
              </a:rPr>
              <a:t>로 출력</a:t>
            </a:r>
            <a:r>
              <a:rPr lang="ko-KR" altLang="en-US" dirty="0"/>
              <a:t>되는 것 확인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9807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54119-096E-21F8-79FA-D82C86F4F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3FC1F-D96E-2818-08C6-67336D22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– Simulation Result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EE7953-4C17-F175-3327-C68D84EFDBE1}"/>
              </a:ext>
            </a:extLst>
          </p:cNvPr>
          <p:cNvSpPr txBox="1"/>
          <p:nvPr/>
        </p:nvSpPr>
        <p:spPr>
          <a:xfrm>
            <a:off x="267419" y="733245"/>
            <a:ext cx="1107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 2.</a:t>
            </a:r>
            <a:r>
              <a:rPr lang="ko-KR" altLang="en-US" b="1" dirty="0"/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echo = 1</a:t>
            </a:r>
            <a:r>
              <a:rPr lang="ko-KR" altLang="en-US" b="1" dirty="0"/>
              <a:t>일 때 </a:t>
            </a:r>
            <a:r>
              <a:rPr lang="en-US" altLang="ko-KR" b="1" dirty="0"/>
              <a:t>FSM</a:t>
            </a:r>
            <a:r>
              <a:rPr lang="ko-KR" altLang="en-US" b="1" dirty="0"/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RESPONSE</a:t>
            </a:r>
            <a:r>
              <a:rPr lang="en-US" altLang="ko-KR" b="1" dirty="0"/>
              <a:t> </a:t>
            </a:r>
            <a:r>
              <a:rPr lang="ko-KR" altLang="en-US" b="1" dirty="0"/>
              <a:t>상태로 바뀐 후</a:t>
            </a:r>
            <a:r>
              <a:rPr lang="en-US" altLang="ko-KR" b="1" dirty="0"/>
              <a:t>,</a:t>
            </a:r>
            <a:r>
              <a:rPr lang="ko-KR" altLang="en-US" b="1" dirty="0"/>
              <a:t> </a:t>
            </a:r>
            <a:r>
              <a:rPr lang="en-US" altLang="ko-KR" b="1" dirty="0" err="1">
                <a:solidFill>
                  <a:schemeClr val="accent2"/>
                </a:solidFill>
              </a:rPr>
              <a:t>tick_cnt_reg</a:t>
            </a:r>
            <a:r>
              <a:rPr lang="ko-KR" altLang="en-US" b="1" dirty="0">
                <a:solidFill>
                  <a:schemeClr val="accent2"/>
                </a:solidFill>
              </a:rPr>
              <a:t> 증가 여부</a:t>
            </a:r>
            <a:r>
              <a:rPr lang="ko-KR" altLang="en-US" b="1" dirty="0"/>
              <a:t> 확인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738B2F7-35FD-0A32-B1F0-43DD34CA0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6858" y="1325868"/>
            <a:ext cx="10998284" cy="25128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11EC17E-5182-F655-6C58-1515D0A3BFB4}"/>
              </a:ext>
            </a:extLst>
          </p:cNvPr>
          <p:cNvSpPr txBox="1"/>
          <p:nvPr/>
        </p:nvSpPr>
        <p:spPr>
          <a:xfrm>
            <a:off x="741872" y="4315190"/>
            <a:ext cx="106019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2"/>
                </a:solidFill>
              </a:rPr>
              <a:t>WAIT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 = 2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echo</a:t>
            </a:r>
            <a:r>
              <a:rPr lang="ko-KR" altLang="en-US" b="1" dirty="0">
                <a:solidFill>
                  <a:schemeClr val="accent2"/>
                </a:solidFill>
              </a:rPr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dirty="0"/>
              <a:t>로 입력되면 </a:t>
            </a:r>
            <a:r>
              <a:rPr lang="en-US" altLang="ko-KR" dirty="0"/>
              <a:t>FSM</a:t>
            </a:r>
            <a:r>
              <a:rPr lang="ko-KR" altLang="en-US" dirty="0"/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RESPONSE</a:t>
            </a:r>
            <a:r>
              <a:rPr lang="en-US" altLang="ko-KR" dirty="0"/>
              <a:t> </a:t>
            </a:r>
            <a:r>
              <a:rPr lang="ko-KR" altLang="en-US" dirty="0"/>
              <a:t>상태</a:t>
            </a:r>
            <a:r>
              <a:rPr lang="en-US" altLang="ko-KR" dirty="0"/>
              <a:t>(</a:t>
            </a:r>
            <a:r>
              <a:rPr lang="en-US" altLang="ko-KR" b="1" dirty="0" err="1">
                <a:solidFill>
                  <a:schemeClr val="accent2"/>
                </a:solidFill>
              </a:rPr>
              <a:t>c_state</a:t>
            </a:r>
            <a:r>
              <a:rPr lang="en-US" altLang="ko-KR" b="1" dirty="0">
                <a:solidFill>
                  <a:schemeClr val="accent2"/>
                </a:solidFill>
              </a:rPr>
              <a:t> = 3</a:t>
            </a:r>
            <a:r>
              <a:rPr lang="en-US" altLang="ko-KR" dirty="0"/>
              <a:t>)</a:t>
            </a:r>
            <a:r>
              <a:rPr lang="ko-KR" altLang="en-US" dirty="0"/>
              <a:t>로 전이되고</a:t>
            </a:r>
            <a:r>
              <a:rPr lang="en-US" altLang="ko-KR" dirty="0"/>
              <a:t>, </a:t>
            </a:r>
            <a:r>
              <a:rPr lang="ko-KR" altLang="en-US" dirty="0"/>
              <a:t>이 구간에서 </a:t>
            </a:r>
            <a:r>
              <a:rPr lang="en-US" altLang="ko-KR" b="1" dirty="0" err="1">
                <a:solidFill>
                  <a:schemeClr val="accent2"/>
                </a:solidFill>
              </a:rPr>
              <a:t>tick_cnt_reg</a:t>
            </a:r>
            <a:r>
              <a:rPr lang="ko-KR" altLang="en-US" dirty="0"/>
              <a:t>가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b="1" dirty="0">
                <a:solidFill>
                  <a:schemeClr val="accent2"/>
                </a:solidFill>
              </a:rPr>
              <a:t>씩 증가</a:t>
            </a:r>
            <a:r>
              <a:rPr lang="ko-KR" altLang="en-US" dirty="0"/>
              <a:t>하는 것을 확인할 수 있음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이는 </a:t>
            </a:r>
            <a:r>
              <a:rPr lang="en-US" altLang="ko-KR" b="1" dirty="0"/>
              <a:t>echo High </a:t>
            </a:r>
            <a:r>
              <a:rPr lang="ko-KR" altLang="en-US" b="1" dirty="0"/>
              <a:t>구간 동안 시간을 정상적으로 카운트</a:t>
            </a:r>
            <a:r>
              <a:rPr lang="ko-KR" altLang="en-US" dirty="0"/>
              <a:t>하고 있음을 의미함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09656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F0FDF-AFDE-5B93-34AC-F406FB700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B64CCE-8364-F844-EF00-47540A2AC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SR04 – Simulation Result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3A67E2-B96E-2676-4CBF-B56287E83C3C}"/>
              </a:ext>
            </a:extLst>
          </p:cNvPr>
          <p:cNvSpPr txBox="1"/>
          <p:nvPr/>
        </p:nvSpPr>
        <p:spPr>
          <a:xfrm>
            <a:off x="267419" y="733245"/>
            <a:ext cx="11076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case 3.</a:t>
            </a:r>
            <a:r>
              <a:rPr lang="ko-KR" altLang="en-US" b="1" dirty="0"/>
              <a:t> </a:t>
            </a:r>
            <a:r>
              <a:rPr lang="en-US" altLang="ko-KR" b="1" dirty="0"/>
              <a:t>echo</a:t>
            </a:r>
            <a:r>
              <a:rPr lang="ko-KR" altLang="en-US" b="1" dirty="0"/>
              <a:t>가 끝난 뒤 </a:t>
            </a:r>
            <a:r>
              <a:rPr lang="en-US" altLang="ko-KR" b="1" dirty="0">
                <a:solidFill>
                  <a:schemeClr val="accent2"/>
                </a:solidFill>
              </a:rPr>
              <a:t>distance</a:t>
            </a:r>
            <a:r>
              <a:rPr lang="ko-KR" altLang="en-US" b="1" dirty="0"/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20</a:t>
            </a:r>
            <a:r>
              <a:rPr lang="ko-KR" altLang="en-US" b="1" dirty="0"/>
              <a:t>으로 저장되는지 확인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A629C2-A8E7-91EB-BA86-E3F4050DD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5057" y="1268272"/>
            <a:ext cx="11447252" cy="28812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F7BC0F-7C29-D614-2B6A-BCA084AC6992}"/>
              </a:ext>
            </a:extLst>
          </p:cNvPr>
          <p:cNvSpPr txBox="1"/>
          <p:nvPr/>
        </p:nvSpPr>
        <p:spPr>
          <a:xfrm>
            <a:off x="602293" y="4548104"/>
            <a:ext cx="7506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>
                <a:solidFill>
                  <a:schemeClr val="accent2"/>
                </a:solidFill>
              </a:rPr>
              <a:t>echo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=</a:t>
            </a:r>
            <a:r>
              <a:rPr lang="ko-KR" altLang="en-US" b="1" dirty="0">
                <a:solidFill>
                  <a:schemeClr val="accent2"/>
                </a:solidFill>
              </a:rPr>
              <a:t> </a:t>
            </a:r>
            <a:r>
              <a:rPr lang="en-US" altLang="ko-KR" b="1" dirty="0">
                <a:solidFill>
                  <a:schemeClr val="accent2"/>
                </a:solidFill>
              </a:rPr>
              <a:t>0</a:t>
            </a:r>
            <a:r>
              <a:rPr lang="ko-KR" altLang="en-US" dirty="0"/>
              <a:t>이 되는 시점에 </a:t>
            </a:r>
            <a:r>
              <a:rPr lang="en-US" altLang="ko-KR" b="1" dirty="0" err="1"/>
              <a:t>tick_cnt_reg</a:t>
            </a:r>
            <a:r>
              <a:rPr lang="en-US" altLang="ko-KR" b="1" dirty="0"/>
              <a:t> </a:t>
            </a:r>
            <a:r>
              <a:rPr lang="ko-KR" altLang="en-US" b="1" dirty="0"/>
              <a:t>값이 </a:t>
            </a:r>
            <a:r>
              <a:rPr lang="en-US" altLang="ko-KR" b="1" dirty="0"/>
              <a:t>distance</a:t>
            </a:r>
            <a:r>
              <a:rPr lang="ko-KR" altLang="en-US" b="1" dirty="0"/>
              <a:t>로 계산</a:t>
            </a:r>
            <a:r>
              <a:rPr lang="ko-KR" altLang="en-US" dirty="0"/>
              <a:t>되어 저장되며</a:t>
            </a:r>
            <a:r>
              <a:rPr lang="en-US" altLang="ko-KR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testbench</a:t>
            </a:r>
            <a:r>
              <a:rPr lang="ko-KR" altLang="en-US" dirty="0"/>
              <a:t>에서 </a:t>
            </a:r>
            <a:r>
              <a:rPr lang="en-US" altLang="ko-KR" dirty="0"/>
              <a:t>echo</a:t>
            </a:r>
            <a:r>
              <a:rPr lang="ko-KR" altLang="en-US" dirty="0"/>
              <a:t>를 약 </a:t>
            </a:r>
            <a:r>
              <a:rPr lang="en-US" altLang="ko-KR" b="1" dirty="0">
                <a:solidFill>
                  <a:schemeClr val="accent2"/>
                </a:solidFill>
              </a:rPr>
              <a:t>1160us </a:t>
            </a:r>
            <a:r>
              <a:rPr lang="ko-KR" altLang="en-US" b="1" dirty="0">
                <a:solidFill>
                  <a:schemeClr val="accent2"/>
                </a:solidFill>
              </a:rPr>
              <a:t>동안 </a:t>
            </a:r>
            <a:r>
              <a:rPr lang="en-US" altLang="ko-KR" b="1" dirty="0">
                <a:solidFill>
                  <a:schemeClr val="accent2"/>
                </a:solidFill>
              </a:rPr>
              <a:t>High</a:t>
            </a:r>
            <a:r>
              <a:rPr lang="ko-KR" altLang="en-US" b="1" dirty="0">
                <a:solidFill>
                  <a:schemeClr val="accent2"/>
                </a:solidFill>
              </a:rPr>
              <a:t>로 설정</a:t>
            </a:r>
            <a:r>
              <a:rPr lang="ko-KR" altLang="en-US" dirty="0"/>
              <a:t>했기 때문에 </a:t>
            </a:r>
            <a:r>
              <a:rPr lang="en-US" altLang="ko-KR" b="1" dirty="0">
                <a:solidFill>
                  <a:srgbClr val="FF0000"/>
                </a:solidFill>
              </a:rPr>
              <a:t>distance = 1160 / 58 = 20</a:t>
            </a:r>
            <a:r>
              <a:rPr lang="ko-KR" altLang="en-US" dirty="0"/>
              <a:t>으로 계산되어 출력되는 것을 확인할 수 있음</a:t>
            </a:r>
            <a:r>
              <a:rPr lang="en-US" altLang="ko-KR" dirty="0"/>
              <a:t>.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AB4C5140-6EEE-9263-2856-4A743EAB3FA7}"/>
              </a:ext>
            </a:extLst>
          </p:cNvPr>
          <p:cNvCxnSpPr>
            <a:cxnSpLocks/>
          </p:cNvCxnSpPr>
          <p:nvPr/>
        </p:nvCxnSpPr>
        <p:spPr>
          <a:xfrm>
            <a:off x="10291313" y="3933645"/>
            <a:ext cx="0" cy="69874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7090BCB6-3D22-EBC2-CBBD-01450A58F3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27" y="4632385"/>
            <a:ext cx="1945937" cy="166215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69674C8-AF27-A0CD-E388-59CDA26215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766" y="6124755"/>
            <a:ext cx="3110398" cy="462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389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D7256-6EC1-B1F7-C95B-7D74B0B8C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632B05-7009-8DB8-5358-EE5363907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DHT11 - </a:t>
            </a:r>
            <a:r>
              <a:rPr lang="ko-KR" altLang="en-US" dirty="0"/>
              <a:t>센서 </a:t>
            </a:r>
            <a:r>
              <a:rPr lang="en-US" altLang="ko-KR" dirty="0"/>
              <a:t>Spec.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880DD0-109C-72AE-70D8-C8EACCE55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345" y="1308099"/>
            <a:ext cx="5404989" cy="44616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8F4BA-BD1D-607B-701A-1717E2BADE03}"/>
              </a:ext>
            </a:extLst>
          </p:cNvPr>
          <p:cNvSpPr txBox="1"/>
          <p:nvPr/>
        </p:nvSpPr>
        <p:spPr>
          <a:xfrm>
            <a:off x="1934959" y="5769764"/>
            <a:ext cx="22397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DHT11 </a:t>
            </a:r>
            <a:r>
              <a:rPr lang="ko-KR" altLang="en-US" b="1" dirty="0" err="1"/>
              <a:t>온습도</a:t>
            </a:r>
            <a:r>
              <a:rPr lang="ko-KR" altLang="en-US" b="1" dirty="0"/>
              <a:t> 센서</a:t>
            </a:r>
            <a:endParaRPr lang="en-US" altLang="ko-KR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CA9854-8477-F136-0ABA-8CE46CD685CF}"/>
              </a:ext>
            </a:extLst>
          </p:cNvPr>
          <p:cNvSpPr txBox="1"/>
          <p:nvPr/>
        </p:nvSpPr>
        <p:spPr>
          <a:xfrm>
            <a:off x="6093070" y="1830771"/>
            <a:ext cx="504059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측정 항목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온도 </a:t>
            </a:r>
            <a:r>
              <a:rPr lang="en-US" altLang="ko-KR" dirty="0"/>
              <a:t>/</a:t>
            </a:r>
            <a:r>
              <a:rPr lang="ko-KR" altLang="en-US" dirty="0"/>
              <a:t> 습도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습도 측정 범위</a:t>
            </a:r>
            <a:r>
              <a:rPr lang="ko-KR" altLang="en-US" dirty="0"/>
              <a:t> </a:t>
            </a:r>
            <a:r>
              <a:rPr lang="en-US" altLang="ko-KR" dirty="0"/>
              <a:t>: 20 ~ 90% RH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온도 측정 범위</a:t>
            </a:r>
            <a:r>
              <a:rPr lang="ko-KR" altLang="en-US" dirty="0"/>
              <a:t> </a:t>
            </a:r>
            <a:r>
              <a:rPr lang="en-US" altLang="ko-KR" dirty="0"/>
              <a:t>: 0 ~ 50℃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습도 정확도</a:t>
            </a:r>
            <a:r>
              <a:rPr lang="ko-KR" altLang="en-US" dirty="0"/>
              <a:t> </a:t>
            </a:r>
            <a:r>
              <a:rPr lang="en-US" altLang="ko-KR" dirty="0"/>
              <a:t>: ±5% RH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온도 정확도</a:t>
            </a:r>
            <a:r>
              <a:rPr lang="ko-KR" altLang="en-US" dirty="0"/>
              <a:t> </a:t>
            </a:r>
            <a:r>
              <a:rPr lang="en-US" altLang="ko-KR" dirty="0"/>
              <a:t>: ±2℃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b="1" dirty="0"/>
              <a:t>동작 전압</a:t>
            </a:r>
            <a:r>
              <a:rPr lang="ko-KR" altLang="en-US" dirty="0"/>
              <a:t> </a:t>
            </a:r>
            <a:r>
              <a:rPr lang="en-US" altLang="ko-KR" dirty="0"/>
              <a:t>: 3~5.5V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7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DHT11 - FSM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145" y="869726"/>
            <a:ext cx="5794455" cy="53683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3070" y="1456217"/>
            <a:ext cx="5794455" cy="444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IDLE</a:t>
            </a:r>
            <a:r>
              <a:rPr lang="ko-KR" altLang="en-US" sz="1600" dirty="0"/>
              <a:t>에서 시작 신호를 기다린 뒤</a:t>
            </a:r>
            <a:r>
              <a:rPr lang="en-US" altLang="ko-KR" sz="1600" dirty="0"/>
              <a:t>,</a:t>
            </a:r>
            <a:r>
              <a:rPr lang="ko-KR" altLang="en-US" sz="1600" dirty="0"/>
              <a:t> </a:t>
            </a:r>
            <a:r>
              <a:rPr lang="en-US" altLang="ko-KR" sz="1600" b="1" dirty="0">
                <a:solidFill>
                  <a:schemeClr val="accent2"/>
                </a:solidFill>
              </a:rPr>
              <a:t>START</a:t>
            </a:r>
            <a:r>
              <a:rPr lang="ko-KR" altLang="en-US" sz="1600" dirty="0"/>
              <a:t>에서 </a:t>
            </a:r>
            <a:r>
              <a:rPr lang="en-US" altLang="ko-KR" sz="1600" b="1" dirty="0">
                <a:solidFill>
                  <a:schemeClr val="accent2"/>
                </a:solidFill>
              </a:rPr>
              <a:t>dht11=0</a:t>
            </a:r>
            <a:r>
              <a:rPr lang="ko-KR" altLang="en-US" sz="1600" dirty="0"/>
              <a:t>이 되며 측정 시작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 </a:t>
            </a:r>
            <a:r>
              <a:rPr lang="en-US" altLang="ko-KR" sz="1600" b="1" dirty="0">
                <a:solidFill>
                  <a:schemeClr val="accent2"/>
                </a:solidFill>
              </a:rPr>
              <a:t>WAIT</a:t>
            </a:r>
            <a:r>
              <a:rPr lang="ko-KR" altLang="en-US" sz="1600" dirty="0"/>
              <a:t>에서 다시 </a:t>
            </a:r>
            <a:r>
              <a:rPr lang="en-US" altLang="ko-KR" sz="1600" b="1" dirty="0">
                <a:solidFill>
                  <a:schemeClr val="accent2"/>
                </a:solidFill>
              </a:rPr>
              <a:t>dht11=1</a:t>
            </a:r>
            <a:r>
              <a:rPr lang="ko-KR" altLang="en-US" sz="1600" dirty="0"/>
              <a:t>로 전환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solidFill>
                  <a:schemeClr val="accent2"/>
                </a:solidFill>
              </a:rPr>
              <a:t>SYNCL</a:t>
            </a:r>
            <a:r>
              <a:rPr lang="ko-KR" altLang="en-US" sz="1600" dirty="0"/>
              <a:t>에서는 응답 </a:t>
            </a:r>
            <a:r>
              <a:rPr lang="en-US" altLang="ko-KR" sz="1600" dirty="0"/>
              <a:t>low </a:t>
            </a:r>
            <a:r>
              <a:rPr lang="ko-KR" altLang="en-US" sz="1600" dirty="0"/>
              <a:t>구간 이후 </a:t>
            </a:r>
            <a:r>
              <a:rPr lang="en-US" altLang="ko-KR" sz="1600" dirty="0"/>
              <a:t>high </a:t>
            </a:r>
            <a:r>
              <a:rPr lang="ko-KR" altLang="en-US" sz="1600" dirty="0"/>
              <a:t>전환을 확인하는 상태이며</a:t>
            </a:r>
            <a:r>
              <a:rPr lang="en-US" altLang="ko-KR" sz="1600" dirty="0"/>
              <a:t>, </a:t>
            </a:r>
            <a:r>
              <a:rPr lang="en-US" altLang="ko-KR" sz="1600" b="1" dirty="0">
                <a:solidFill>
                  <a:schemeClr val="accent2"/>
                </a:solidFill>
              </a:rPr>
              <a:t>SYNCH</a:t>
            </a:r>
            <a:r>
              <a:rPr lang="ko-KR" altLang="en-US" sz="1600" dirty="0"/>
              <a:t>는 응답 </a:t>
            </a:r>
            <a:r>
              <a:rPr lang="en-US" altLang="ko-KR" sz="1600" dirty="0"/>
              <a:t>high </a:t>
            </a:r>
            <a:r>
              <a:rPr lang="ko-KR" altLang="en-US" sz="1600" dirty="0"/>
              <a:t>구간 이후 </a:t>
            </a:r>
            <a:r>
              <a:rPr lang="en-US" altLang="ko-KR" sz="1600" dirty="0"/>
              <a:t>low </a:t>
            </a:r>
            <a:r>
              <a:rPr lang="ko-KR" altLang="en-US" sz="1600" dirty="0"/>
              <a:t>전환을 확인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이후</a:t>
            </a:r>
            <a:r>
              <a:rPr lang="ko-KR" altLang="en-US" sz="1600" b="1" dirty="0">
                <a:solidFill>
                  <a:schemeClr val="accent2"/>
                </a:solidFill>
              </a:rPr>
              <a:t> </a:t>
            </a:r>
            <a:r>
              <a:rPr lang="en-US" altLang="ko-KR" sz="1600" b="1" dirty="0">
                <a:solidFill>
                  <a:schemeClr val="accent2"/>
                </a:solidFill>
              </a:rPr>
              <a:t>DATA_SYNC, DATA_COUNT, DATA_DECISION</a:t>
            </a:r>
            <a:r>
              <a:rPr lang="ko-KR" altLang="en-US" sz="1600" dirty="0"/>
              <a:t>을 반복하면서 </a:t>
            </a:r>
            <a:r>
              <a:rPr lang="en-US" altLang="ko-KR" sz="1600" b="1" dirty="0">
                <a:solidFill>
                  <a:schemeClr val="accent2"/>
                </a:solidFill>
              </a:rPr>
              <a:t>40</a:t>
            </a:r>
            <a:r>
              <a:rPr lang="ko-KR" altLang="en-US" sz="1600" b="1" dirty="0">
                <a:solidFill>
                  <a:schemeClr val="accent2"/>
                </a:solidFill>
              </a:rPr>
              <a:t>비트 데이터를 수신</a:t>
            </a:r>
            <a:r>
              <a:rPr lang="ko-KR" altLang="en-US" sz="1600" dirty="0"/>
              <a:t>하고 </a:t>
            </a:r>
            <a:r>
              <a:rPr lang="en-US" altLang="ko-KR" sz="1600" dirty="0"/>
              <a:t>0 </a:t>
            </a:r>
            <a:r>
              <a:rPr lang="ko-KR" altLang="en-US" sz="1600" dirty="0"/>
              <a:t>또는 </a:t>
            </a:r>
            <a:r>
              <a:rPr lang="en-US" altLang="ko-KR" sz="1600" dirty="0"/>
              <a:t>1</a:t>
            </a:r>
            <a:r>
              <a:rPr lang="ko-KR" altLang="en-US" sz="1600" dirty="0"/>
              <a:t>로 판별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모든 데이터 수신이 끝나면 </a:t>
            </a:r>
            <a:r>
              <a:rPr lang="en-US" altLang="ko-KR" sz="1600" dirty="0"/>
              <a:t>STOP</a:t>
            </a:r>
            <a:r>
              <a:rPr lang="ko-KR" altLang="en-US" sz="1600" dirty="0"/>
              <a:t>을 거쳐 다시 </a:t>
            </a:r>
            <a:r>
              <a:rPr lang="en-US" altLang="ko-KR" sz="1600" b="1" dirty="0"/>
              <a:t>IDLE</a:t>
            </a:r>
            <a:r>
              <a:rPr lang="ko-KR" altLang="en-US" sz="1600" b="1" dirty="0"/>
              <a:t>로 복귀</a:t>
            </a:r>
            <a:r>
              <a:rPr lang="ko-KR" altLang="en-US" sz="1600" dirty="0"/>
              <a:t>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5180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DHT11 – synchronizer logic </a:t>
            </a:r>
            <a:r>
              <a:rPr lang="ko-KR" altLang="en-US" dirty="0"/>
              <a:t>추가</a:t>
            </a:r>
            <a:r>
              <a:rPr lang="en-US" altLang="ko-KR" dirty="0"/>
              <a:t> &amp; valid logic </a:t>
            </a:r>
            <a:r>
              <a:rPr lang="ko-KR" altLang="en-US" dirty="0"/>
              <a:t>설명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67" y="1041260"/>
            <a:ext cx="3639058" cy="331516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167" y="4673743"/>
            <a:ext cx="11145805" cy="2667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41333" y="2098676"/>
            <a:ext cx="68072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&lt;Synchronizer&gt;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외부 비동기 </a:t>
            </a:r>
            <a:r>
              <a:rPr lang="ko-KR" altLang="en-US" b="1" dirty="0"/>
              <a:t>입력인 </a:t>
            </a:r>
            <a:r>
              <a:rPr lang="en-US" altLang="ko-KR" b="1" dirty="0"/>
              <a:t>dht11</a:t>
            </a:r>
            <a:r>
              <a:rPr lang="ko-KR" altLang="en-US" b="1" dirty="0"/>
              <a:t>을 </a:t>
            </a:r>
            <a:r>
              <a:rPr lang="en-US" altLang="ko-KR" b="1" dirty="0">
                <a:solidFill>
                  <a:schemeClr val="accent2"/>
                </a:solidFill>
              </a:rPr>
              <a:t>2</a:t>
            </a:r>
            <a:r>
              <a:rPr lang="ko-KR" altLang="en-US" b="1" dirty="0">
                <a:solidFill>
                  <a:schemeClr val="accent2"/>
                </a:solidFill>
              </a:rPr>
              <a:t>단 </a:t>
            </a:r>
            <a:r>
              <a:rPr lang="en-US" altLang="ko-KR" b="1" dirty="0">
                <a:solidFill>
                  <a:schemeClr val="accent2"/>
                </a:solidFill>
              </a:rPr>
              <a:t>flip-flop</a:t>
            </a:r>
            <a:r>
              <a:rPr lang="ko-KR" altLang="en-US" b="1" dirty="0"/>
              <a:t>으로 동기화</a:t>
            </a:r>
            <a:r>
              <a:rPr lang="ko-KR" altLang="en-US" dirty="0"/>
              <a:t> 한 뒤 사용하였고</a:t>
            </a:r>
            <a:r>
              <a:rPr lang="en-US" altLang="ko-KR" dirty="0"/>
              <a:t>, </a:t>
            </a:r>
            <a:r>
              <a:rPr lang="ko-KR" altLang="en-US" dirty="0"/>
              <a:t>이는 </a:t>
            </a:r>
            <a:r>
              <a:rPr lang="ko-KR" altLang="en-US" b="1" dirty="0">
                <a:solidFill>
                  <a:schemeClr val="accent2"/>
                </a:solidFill>
              </a:rPr>
              <a:t>입력 변화</a:t>
            </a:r>
            <a:r>
              <a:rPr lang="ko-KR" altLang="en-US" b="1" dirty="0"/>
              <a:t>에 따른 </a:t>
            </a:r>
            <a:r>
              <a:rPr lang="ko-KR" altLang="en-US" b="1" dirty="0">
                <a:solidFill>
                  <a:schemeClr val="accent2"/>
                </a:solidFill>
              </a:rPr>
              <a:t>불안정한 상태 판별을 줄이기 위해 사용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5579534"/>
            <a:ext cx="110055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&lt;valid&gt;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수신한 </a:t>
            </a:r>
            <a:r>
              <a:rPr lang="en-US" altLang="ko-KR" b="1" dirty="0">
                <a:solidFill>
                  <a:schemeClr val="accent2"/>
                </a:solidFill>
              </a:rPr>
              <a:t>40</a:t>
            </a:r>
            <a:r>
              <a:rPr lang="ko-KR" altLang="en-US" b="1" dirty="0">
                <a:solidFill>
                  <a:schemeClr val="accent2"/>
                </a:solidFill>
              </a:rPr>
              <a:t>비트</a:t>
            </a:r>
            <a:r>
              <a:rPr lang="ko-KR" altLang="en-US" dirty="0"/>
              <a:t> 데이터의 마지막 </a:t>
            </a:r>
            <a:r>
              <a:rPr lang="en-US" altLang="ko-KR" b="1" dirty="0">
                <a:solidFill>
                  <a:schemeClr val="accent2"/>
                </a:solidFill>
              </a:rPr>
              <a:t>8bit(checksum)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앞의 </a:t>
            </a:r>
            <a:r>
              <a:rPr lang="en-US" altLang="ko-KR" dirty="0"/>
              <a:t>4Byte </a:t>
            </a:r>
            <a:r>
              <a:rPr lang="ko-KR" altLang="en-US" dirty="0"/>
              <a:t>합과 같은지 검사하는 </a:t>
            </a:r>
            <a:r>
              <a:rPr lang="ko-KR" altLang="en-US" dirty="0" err="1"/>
              <a:t>로직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같으면 </a:t>
            </a:r>
            <a:r>
              <a:rPr lang="en-US" altLang="ko-KR" b="1" dirty="0">
                <a:solidFill>
                  <a:schemeClr val="accent2"/>
                </a:solidFill>
              </a:rPr>
              <a:t>valid = 1</a:t>
            </a:r>
            <a:r>
              <a:rPr lang="en-US" altLang="ko-KR" dirty="0"/>
              <a:t>, </a:t>
            </a:r>
            <a:r>
              <a:rPr lang="ko-KR" altLang="en-US" dirty="0"/>
              <a:t>다르면 </a:t>
            </a:r>
            <a:r>
              <a:rPr lang="en-US" altLang="ko-KR" b="1" dirty="0"/>
              <a:t>valid = 0</a:t>
            </a:r>
            <a:r>
              <a:rPr lang="en-US" altLang="ko-KR"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5533" y="5020733"/>
            <a:ext cx="1388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습도 정수부</a:t>
            </a:r>
            <a:endParaRPr lang="en-US" altLang="ko-KR" sz="1600" dirty="0"/>
          </a:p>
          <a:p>
            <a:pPr algn="ctr"/>
            <a:r>
              <a:rPr lang="en-US" altLang="ko-KR" sz="1600" dirty="0"/>
              <a:t>8bit</a:t>
            </a:r>
            <a:endParaRPr lang="ko-KR" altLang="en-US" sz="1600" dirty="0"/>
          </a:p>
        </p:txBody>
      </p:sp>
      <p:sp>
        <p:nvSpPr>
          <p:cNvPr id="9" name="TextBox 8"/>
          <p:cNvSpPr txBox="1"/>
          <p:nvPr/>
        </p:nvSpPr>
        <p:spPr>
          <a:xfrm>
            <a:off x="5655733" y="5020733"/>
            <a:ext cx="1388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습도 </a:t>
            </a:r>
            <a:r>
              <a:rPr lang="ko-KR" altLang="en-US" sz="1600" dirty="0" err="1"/>
              <a:t>소수부</a:t>
            </a:r>
            <a:endParaRPr lang="en-US" altLang="ko-KR" sz="1600" dirty="0"/>
          </a:p>
          <a:p>
            <a:pPr algn="ctr"/>
            <a:r>
              <a:rPr lang="en-US" altLang="ko-KR" sz="1600" dirty="0"/>
              <a:t>8bit</a:t>
            </a:r>
            <a:endParaRPr lang="ko-KR" altLang="en-US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255933" y="5020733"/>
            <a:ext cx="1388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온도 정수부</a:t>
            </a:r>
            <a:endParaRPr lang="en-US" altLang="ko-KR" sz="1600" dirty="0"/>
          </a:p>
          <a:p>
            <a:pPr algn="ctr"/>
            <a:r>
              <a:rPr lang="en-US" altLang="ko-KR" sz="1600" dirty="0"/>
              <a:t>8bit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8803216" y="5020733"/>
            <a:ext cx="13885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온도 </a:t>
            </a:r>
            <a:r>
              <a:rPr lang="ko-KR" altLang="en-US" sz="1600" dirty="0" err="1"/>
              <a:t>소수부</a:t>
            </a:r>
            <a:endParaRPr lang="en-US" altLang="ko-KR" sz="1600" dirty="0"/>
          </a:p>
          <a:p>
            <a:pPr algn="ctr"/>
            <a:r>
              <a:rPr lang="en-US" altLang="ko-KR" sz="1600" dirty="0"/>
              <a:t>8bit</a:t>
            </a:r>
            <a:endParaRPr lang="ko-KR" altLang="en-US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2506133" y="5020733"/>
            <a:ext cx="1109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/>
              <a:t>checksum</a:t>
            </a:r>
          </a:p>
          <a:p>
            <a:pPr algn="ctr"/>
            <a:r>
              <a:rPr lang="en-US" altLang="ko-KR" sz="1600" dirty="0"/>
              <a:t>8bit</a:t>
            </a:r>
            <a:endParaRPr lang="ko-KR" altLang="en-US" sz="1600" dirty="0"/>
          </a:p>
        </p:txBody>
      </p:sp>
      <p:sp>
        <p:nvSpPr>
          <p:cNvPr id="13" name="양쪽 대괄호 12"/>
          <p:cNvSpPr/>
          <p:nvPr/>
        </p:nvSpPr>
        <p:spPr>
          <a:xfrm>
            <a:off x="2421467" y="4576670"/>
            <a:ext cx="1278466" cy="782617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4" name="양쪽 대괄호 13"/>
          <p:cNvSpPr/>
          <p:nvPr/>
        </p:nvSpPr>
        <p:spPr>
          <a:xfrm>
            <a:off x="4038599" y="4576670"/>
            <a:ext cx="1405467" cy="782617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양쪽 대괄호 14"/>
          <p:cNvSpPr/>
          <p:nvPr/>
        </p:nvSpPr>
        <p:spPr>
          <a:xfrm>
            <a:off x="5655732" y="4589298"/>
            <a:ext cx="1388535" cy="782617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양쪽 대괄호 15"/>
          <p:cNvSpPr/>
          <p:nvPr/>
        </p:nvSpPr>
        <p:spPr>
          <a:xfrm>
            <a:off x="7255932" y="4589298"/>
            <a:ext cx="1375835" cy="782617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양쪽 대괄호 16"/>
          <p:cNvSpPr/>
          <p:nvPr/>
        </p:nvSpPr>
        <p:spPr>
          <a:xfrm>
            <a:off x="8843432" y="4589297"/>
            <a:ext cx="1308102" cy="782617"/>
          </a:xfrm>
          <a:prstGeom prst="bracketPair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7515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3488" y="67123"/>
            <a:ext cx="5911711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Scenario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89" y="885948"/>
            <a:ext cx="6401693" cy="112410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89" y="2182682"/>
            <a:ext cx="2524477" cy="17528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74256" y="1078302"/>
            <a:ext cx="4658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DHT11 </a:t>
            </a:r>
            <a:r>
              <a:rPr lang="ko-KR" altLang="en-US" dirty="0"/>
              <a:t>센서의 동작을 가상으로 구현하기 위해 목표 습도와 온도를 </a:t>
            </a:r>
            <a:r>
              <a:rPr lang="en-US" altLang="ko-KR" b="1" dirty="0">
                <a:solidFill>
                  <a:schemeClr val="accent2"/>
                </a:solidFill>
              </a:rPr>
              <a:t>60, 25</a:t>
            </a:r>
            <a:r>
              <a:rPr lang="ko-KR" altLang="en-US" dirty="0"/>
              <a:t>로 설정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799" y="2735938"/>
            <a:ext cx="4202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DHT11 datasheet</a:t>
            </a:r>
            <a:r>
              <a:rPr lang="ko-KR" altLang="en-US" dirty="0"/>
              <a:t>에 따라 </a:t>
            </a:r>
            <a:endParaRPr lang="en-US" altLang="ko-KR" dirty="0"/>
          </a:p>
          <a:p>
            <a:r>
              <a:rPr lang="en-US" altLang="ko-KR" b="1" dirty="0">
                <a:solidFill>
                  <a:schemeClr val="accent2"/>
                </a:solidFill>
              </a:rPr>
              <a:t>80us low</a:t>
            </a:r>
            <a:r>
              <a:rPr lang="ko-KR" altLang="en-US" dirty="0"/>
              <a:t>와 </a:t>
            </a:r>
            <a:r>
              <a:rPr lang="en-US" altLang="ko-KR" b="1" dirty="0">
                <a:solidFill>
                  <a:schemeClr val="accent2"/>
                </a:solidFill>
              </a:rPr>
              <a:t>80us high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ko-KR" altLang="en-US" dirty="0"/>
              <a:t>응답 구간 구현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5032" y="2331466"/>
            <a:ext cx="5155767" cy="1462687"/>
          </a:xfrm>
          <a:prstGeom prst="rect">
            <a:avLst/>
          </a:prstGeom>
        </p:spPr>
      </p:pic>
      <p:sp>
        <p:nvSpPr>
          <p:cNvPr id="15" name="모서리가 둥근 직사각형 14"/>
          <p:cNvSpPr/>
          <p:nvPr/>
        </p:nvSpPr>
        <p:spPr>
          <a:xfrm>
            <a:off x="3334335" y="2898475"/>
            <a:ext cx="400903" cy="2776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7014939" y="3386624"/>
            <a:ext cx="400903" cy="277604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2667395" y="885947"/>
            <a:ext cx="666940" cy="2172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2667395" y="1339391"/>
            <a:ext cx="666940" cy="21721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9" y="4557356"/>
            <a:ext cx="3368779" cy="154001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11048" y="4703778"/>
            <a:ext cx="4715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Test </a:t>
            </a:r>
            <a:r>
              <a:rPr lang="ko-KR" altLang="en-US" dirty="0"/>
              <a:t>후에 </a:t>
            </a:r>
            <a:r>
              <a:rPr lang="en-US" altLang="ko-KR" dirty="0"/>
              <a:t>humidity, temperature, valid </a:t>
            </a:r>
            <a:r>
              <a:rPr lang="ko-KR" altLang="en-US" dirty="0"/>
              <a:t>값을 </a:t>
            </a:r>
            <a:endParaRPr lang="en-US" altLang="ko-KR" dirty="0"/>
          </a:p>
          <a:p>
            <a:r>
              <a:rPr lang="ko-KR" altLang="en-US" b="1" dirty="0" err="1">
                <a:solidFill>
                  <a:schemeClr val="accent2"/>
                </a:solidFill>
              </a:rPr>
              <a:t>콘솔창에</a:t>
            </a:r>
            <a:r>
              <a:rPr lang="ko-KR" altLang="en-US" b="1" dirty="0">
                <a:solidFill>
                  <a:schemeClr val="accent2"/>
                </a:solidFill>
              </a:rPr>
              <a:t> 출력</a:t>
            </a:r>
            <a:r>
              <a:rPr lang="en-US" altLang="ko-KR" dirty="0"/>
              <a:t>.</a:t>
            </a:r>
          </a:p>
        </p:txBody>
      </p:sp>
      <p:pic>
        <p:nvPicPr>
          <p:cNvPr id="21" name="그림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5238" y="4253636"/>
            <a:ext cx="3242840" cy="189699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2683" y="6150634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&lt;TEST PASS&gt;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460273" y="6150634"/>
            <a:ext cx="17252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&lt;TEST FAIL&gt;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28481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816" y="77911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Result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595" y="1335000"/>
            <a:ext cx="8828949" cy="3075487"/>
          </a:xfrm>
        </p:spPr>
      </p:pic>
      <p:sp>
        <p:nvSpPr>
          <p:cNvPr id="5" name="TextBox 4"/>
          <p:cNvSpPr txBox="1"/>
          <p:nvPr/>
        </p:nvSpPr>
        <p:spPr>
          <a:xfrm>
            <a:off x="530383" y="722422"/>
            <a:ext cx="111253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case 1. reset </a:t>
            </a:r>
            <a:r>
              <a:rPr lang="ko-KR" altLang="en-US" sz="2000" b="1" dirty="0"/>
              <a:t>해제 후 </a:t>
            </a:r>
            <a:r>
              <a:rPr lang="en-US" altLang="ko-KR" sz="2000" b="1" dirty="0">
                <a:solidFill>
                  <a:schemeClr val="accent2"/>
                </a:solidFill>
              </a:rPr>
              <a:t>start counter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동작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2898" y="4769254"/>
            <a:ext cx="1086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ko-KR" dirty="0" err="1"/>
              <a:t>rst</a:t>
            </a:r>
            <a:r>
              <a:rPr lang="en-US" altLang="ko-KR" dirty="0"/>
              <a:t> = 0 </a:t>
            </a:r>
            <a:r>
              <a:rPr lang="ko-KR" altLang="en-US" dirty="0"/>
              <a:t>신호와 함께 </a:t>
            </a:r>
            <a:r>
              <a:rPr lang="en-US" altLang="ko-KR" b="1" dirty="0">
                <a:solidFill>
                  <a:schemeClr val="accent2"/>
                </a:solidFill>
              </a:rPr>
              <a:t>dht11_start</a:t>
            </a:r>
            <a:r>
              <a:rPr lang="ko-KR" altLang="en-US" b="1" dirty="0">
                <a:solidFill>
                  <a:schemeClr val="accent2"/>
                </a:solidFill>
              </a:rPr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1</a:t>
            </a:r>
            <a:r>
              <a:rPr lang="ko-KR" altLang="en-US" dirty="0"/>
              <a:t>로 올라오는 것을 확인함</a:t>
            </a:r>
            <a:r>
              <a:rPr lang="en-US" altLang="ko-K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en-US" altLang="ko-KR" b="1" dirty="0" err="1">
                <a:solidFill>
                  <a:schemeClr val="accent2"/>
                </a:solidFill>
              </a:rPr>
              <a:t>start_cnt_reg</a:t>
            </a:r>
            <a:r>
              <a:rPr lang="ko-KR" altLang="en-US" b="1" dirty="0">
                <a:solidFill>
                  <a:schemeClr val="accent2"/>
                </a:solidFill>
              </a:rPr>
              <a:t> 값이 증가</a:t>
            </a:r>
            <a:r>
              <a:rPr lang="ko-KR" altLang="en-US" dirty="0"/>
              <a:t>하며 </a:t>
            </a:r>
            <a:r>
              <a:rPr lang="en-US" altLang="ko-KR" dirty="0"/>
              <a:t>DHT11 </a:t>
            </a:r>
            <a:r>
              <a:rPr lang="ko-KR" altLang="en-US" dirty="0"/>
              <a:t>측정 시작을 위한 준비 동작이 정상적으로 수행됨을 확인함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14783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Result 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7" y="1140145"/>
            <a:ext cx="11326806" cy="2542855"/>
          </a:xfrm>
        </p:spPr>
      </p:pic>
      <p:sp>
        <p:nvSpPr>
          <p:cNvPr id="5" name="TextBox 4"/>
          <p:cNvSpPr txBox="1"/>
          <p:nvPr/>
        </p:nvSpPr>
        <p:spPr>
          <a:xfrm>
            <a:off x="429667" y="642331"/>
            <a:ext cx="906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case 2. </a:t>
            </a:r>
            <a:r>
              <a:rPr lang="en-US" altLang="ko-KR" sz="2000" b="1" dirty="0">
                <a:solidFill>
                  <a:schemeClr val="accent2"/>
                </a:solidFill>
              </a:rPr>
              <a:t>START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상태 진입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50932" y="4456016"/>
            <a:ext cx="61854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 err="1"/>
              <a:t>c_state</a:t>
            </a:r>
            <a:r>
              <a:rPr lang="ko-KR" altLang="en-US" dirty="0"/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START</a:t>
            </a:r>
            <a:r>
              <a:rPr lang="ko-KR" altLang="en-US" dirty="0"/>
              <a:t>로 진입하면서 </a:t>
            </a:r>
            <a:r>
              <a:rPr lang="en-US" altLang="ko-KR" b="1" dirty="0">
                <a:solidFill>
                  <a:schemeClr val="accent2"/>
                </a:solidFill>
              </a:rPr>
              <a:t>dht11</a:t>
            </a:r>
            <a:r>
              <a:rPr lang="ko-KR" altLang="en-US" b="1" dirty="0">
                <a:solidFill>
                  <a:schemeClr val="accent2"/>
                </a:solidFill>
              </a:rPr>
              <a:t>이 </a:t>
            </a:r>
            <a:r>
              <a:rPr lang="en-US" altLang="ko-KR" b="1" dirty="0">
                <a:solidFill>
                  <a:schemeClr val="accent2"/>
                </a:solidFill>
              </a:rPr>
              <a:t>low</a:t>
            </a:r>
            <a:r>
              <a:rPr lang="ko-KR" altLang="en-US" b="1" dirty="0">
                <a:solidFill>
                  <a:schemeClr val="accent2"/>
                </a:solidFill>
              </a:rPr>
              <a:t>로 </a:t>
            </a:r>
            <a:r>
              <a:rPr lang="ko-KR" altLang="en-US" b="1" dirty="0" err="1">
                <a:solidFill>
                  <a:schemeClr val="accent2"/>
                </a:solidFill>
              </a:rPr>
              <a:t>내려감</a:t>
            </a:r>
            <a:r>
              <a:rPr lang="en-US" altLang="ko-KR" dirty="0">
                <a:solidFill>
                  <a:schemeClr val="accent2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동시에 </a:t>
            </a:r>
            <a:r>
              <a:rPr lang="en-US" altLang="ko-KR" b="1" dirty="0" err="1">
                <a:solidFill>
                  <a:schemeClr val="accent2"/>
                </a:solidFill>
              </a:rPr>
              <a:t>tick_cnt_reg</a:t>
            </a:r>
            <a:r>
              <a:rPr lang="ko-KR" altLang="en-US" b="1" dirty="0">
                <a:solidFill>
                  <a:schemeClr val="accent2"/>
                </a:solidFill>
              </a:rPr>
              <a:t>가 증가</a:t>
            </a:r>
            <a:r>
              <a:rPr lang="ko-KR" altLang="en-US" dirty="0"/>
              <a:t>하는 것을 통해 </a:t>
            </a:r>
            <a:r>
              <a:rPr lang="en-US" altLang="ko-KR" dirty="0"/>
              <a:t>DHT11 </a:t>
            </a:r>
            <a:r>
              <a:rPr lang="ko-KR" altLang="en-US" dirty="0"/>
              <a:t>시작 신호 생성이 정상적으로 수행됨을 확인함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67" y="3813180"/>
            <a:ext cx="4210638" cy="2705478"/>
          </a:xfrm>
          <a:prstGeom prst="rect">
            <a:avLst/>
          </a:prstGeom>
        </p:spPr>
      </p:pic>
      <p:sp>
        <p:nvSpPr>
          <p:cNvPr id="10" name="모서리가 둥근 직사각형 9"/>
          <p:cNvSpPr/>
          <p:nvPr/>
        </p:nvSpPr>
        <p:spPr>
          <a:xfrm>
            <a:off x="821267" y="4064000"/>
            <a:ext cx="1811866" cy="22013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모서리가 둥근 직사각형 11"/>
          <p:cNvSpPr/>
          <p:nvPr/>
        </p:nvSpPr>
        <p:spPr>
          <a:xfrm>
            <a:off x="1490133" y="5579532"/>
            <a:ext cx="2997199" cy="2624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98455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Result 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08" y="1159865"/>
            <a:ext cx="10484790" cy="2542855"/>
          </a:xfrm>
        </p:spPr>
      </p:pic>
      <p:sp>
        <p:nvSpPr>
          <p:cNvPr id="5" name="TextBox 4"/>
          <p:cNvSpPr txBox="1"/>
          <p:nvPr/>
        </p:nvSpPr>
        <p:spPr>
          <a:xfrm>
            <a:off x="429667" y="642331"/>
            <a:ext cx="906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case 3. DHT11 </a:t>
            </a:r>
            <a:r>
              <a:rPr lang="en-US" altLang="ko-KR" sz="2000" b="1" dirty="0">
                <a:solidFill>
                  <a:schemeClr val="accent2"/>
                </a:solidFill>
              </a:rPr>
              <a:t>RESPONSE low </a:t>
            </a:r>
            <a:r>
              <a:rPr lang="ko-KR" altLang="en-US" sz="2000" b="1" dirty="0"/>
              <a:t>구간</a:t>
            </a:r>
            <a:r>
              <a:rPr lang="en-US" altLang="ko-KR" sz="2000" b="1" dirty="0"/>
              <a:t>(</a:t>
            </a:r>
            <a:r>
              <a:rPr lang="en-US" altLang="ko-KR" sz="2000" b="1" dirty="0">
                <a:solidFill>
                  <a:schemeClr val="accent2"/>
                </a:solidFill>
              </a:rPr>
              <a:t>80us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808" y="5234759"/>
            <a:ext cx="1061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io_oe</a:t>
            </a:r>
            <a:r>
              <a:rPr lang="en-US" altLang="ko-KR" b="1" dirty="0">
                <a:solidFill>
                  <a:schemeClr val="accent2"/>
                </a:solidFill>
              </a:rPr>
              <a:t> = 1</a:t>
            </a:r>
            <a:r>
              <a:rPr lang="ko-KR" altLang="en-US" b="1" dirty="0">
                <a:solidFill>
                  <a:schemeClr val="accent2"/>
                </a:solidFill>
              </a:rPr>
              <a:t>로 활성화</a:t>
            </a:r>
            <a:r>
              <a:rPr lang="ko-KR" altLang="en-US" dirty="0"/>
              <a:t>하여 </a:t>
            </a:r>
            <a:r>
              <a:rPr lang="en-US" altLang="ko-KR" b="1" dirty="0" err="1">
                <a:solidFill>
                  <a:schemeClr val="accent2"/>
                </a:solidFill>
              </a:rPr>
              <a:t>testbench</a:t>
            </a:r>
            <a:r>
              <a:rPr lang="ko-KR" altLang="en-US" b="1" dirty="0">
                <a:solidFill>
                  <a:schemeClr val="accent2"/>
                </a:solidFill>
              </a:rPr>
              <a:t>가 </a:t>
            </a:r>
            <a:r>
              <a:rPr lang="en-US" altLang="ko-KR" b="1" dirty="0">
                <a:solidFill>
                  <a:schemeClr val="accent2"/>
                </a:solidFill>
              </a:rPr>
              <a:t>DHT11 </a:t>
            </a:r>
            <a:r>
              <a:rPr lang="ko-KR" altLang="en-US" b="1" dirty="0">
                <a:solidFill>
                  <a:schemeClr val="accent2"/>
                </a:solidFill>
              </a:rPr>
              <a:t>데이터 라인을 직접 구동</a:t>
            </a:r>
            <a:r>
              <a:rPr lang="ko-KR" altLang="en-US" dirty="0"/>
              <a:t>하게 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이때 </a:t>
            </a:r>
            <a:r>
              <a:rPr lang="en-US" altLang="ko-KR" b="1" dirty="0" err="1">
                <a:solidFill>
                  <a:schemeClr val="accent2"/>
                </a:solidFill>
              </a:rPr>
              <a:t>io_oe</a:t>
            </a:r>
            <a:r>
              <a:rPr lang="en-US" altLang="ko-KR" b="1" dirty="0">
                <a:solidFill>
                  <a:schemeClr val="accent2"/>
                </a:solidFill>
              </a:rPr>
              <a:t> = 1</a:t>
            </a:r>
            <a:r>
              <a:rPr lang="ko-KR" altLang="en-US" b="1" dirty="0">
                <a:solidFill>
                  <a:schemeClr val="accent2"/>
                </a:solidFill>
              </a:rPr>
              <a:t>이면 </a:t>
            </a:r>
            <a:r>
              <a:rPr lang="en-US" altLang="ko-KR" b="1" dirty="0">
                <a:solidFill>
                  <a:schemeClr val="accent2"/>
                </a:solidFill>
              </a:rPr>
              <a:t>dht11 = </a:t>
            </a:r>
            <a:r>
              <a:rPr lang="en-US" altLang="ko-KR" b="1" dirty="0" err="1">
                <a:solidFill>
                  <a:schemeClr val="accent2"/>
                </a:solidFill>
              </a:rPr>
              <a:t>dht_sensor_data</a:t>
            </a:r>
            <a:r>
              <a:rPr lang="en-US" altLang="ko-KR" dirty="0"/>
              <a:t>, </a:t>
            </a:r>
            <a:r>
              <a:rPr lang="en-US" altLang="ko-KR" dirty="0" err="1"/>
              <a:t>io_oe</a:t>
            </a:r>
            <a:r>
              <a:rPr lang="en-US" altLang="ko-KR" dirty="0"/>
              <a:t> = 0</a:t>
            </a:r>
            <a:r>
              <a:rPr lang="ko-KR" altLang="en-US" dirty="0"/>
              <a:t>이면 </a:t>
            </a:r>
            <a:r>
              <a:rPr lang="en-US" altLang="ko-KR" dirty="0"/>
              <a:t>dht11 = high </a:t>
            </a:r>
            <a:r>
              <a:rPr lang="en-US" altLang="ko-KR" dirty="0" err="1"/>
              <a:t>impedence</a:t>
            </a:r>
            <a:r>
              <a:rPr lang="ko-KR" altLang="en-US" dirty="0"/>
              <a:t>로 설정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이후 </a:t>
            </a:r>
            <a:r>
              <a:rPr lang="en-US" altLang="ko-KR" b="1" dirty="0" err="1">
                <a:solidFill>
                  <a:schemeClr val="accent2"/>
                </a:solidFill>
              </a:rPr>
              <a:t>dht_sensor_data</a:t>
            </a:r>
            <a:r>
              <a:rPr lang="en-US" altLang="ko-KR" b="1" dirty="0">
                <a:solidFill>
                  <a:schemeClr val="accent2"/>
                </a:solidFill>
              </a:rPr>
              <a:t> = 0</a:t>
            </a:r>
            <a:r>
              <a:rPr lang="ko-KR" altLang="en-US" dirty="0"/>
              <a:t>을 인가하여 </a:t>
            </a:r>
            <a:r>
              <a:rPr lang="en-US" altLang="ko-KR" dirty="0"/>
              <a:t>dht11 </a:t>
            </a:r>
            <a:r>
              <a:rPr lang="ko-KR" altLang="en-US" dirty="0"/>
              <a:t>라인이 </a:t>
            </a:r>
            <a:r>
              <a:rPr lang="en-US" altLang="ko-KR" b="1" dirty="0">
                <a:solidFill>
                  <a:schemeClr val="accent2"/>
                </a:solidFill>
              </a:rPr>
              <a:t>80us </a:t>
            </a:r>
            <a:r>
              <a:rPr lang="ko-KR" altLang="en-US" b="1" dirty="0">
                <a:solidFill>
                  <a:schemeClr val="accent2"/>
                </a:solidFill>
              </a:rPr>
              <a:t>동안 </a:t>
            </a:r>
            <a:r>
              <a:rPr lang="en-US" altLang="ko-KR" b="1" dirty="0">
                <a:solidFill>
                  <a:schemeClr val="accent2"/>
                </a:solidFill>
              </a:rPr>
              <a:t>low</a:t>
            </a:r>
            <a:r>
              <a:rPr lang="ko-KR" altLang="en-US" b="1" dirty="0">
                <a:solidFill>
                  <a:schemeClr val="accent2"/>
                </a:solidFill>
              </a:rPr>
              <a:t> 상태를 유지</a:t>
            </a:r>
            <a:r>
              <a:rPr lang="ko-KR" altLang="en-US" dirty="0"/>
              <a:t>하는 것을 확인함</a:t>
            </a:r>
            <a:r>
              <a:rPr lang="en-US" altLang="ko-KR" dirty="0"/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6542" y="3932745"/>
            <a:ext cx="3596239" cy="87142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4732" y="4182853"/>
            <a:ext cx="5870131" cy="37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5589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Result 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159865"/>
            <a:ext cx="11049000" cy="2777465"/>
          </a:xfrm>
        </p:spPr>
      </p:pic>
      <p:sp>
        <p:nvSpPr>
          <p:cNvPr id="5" name="TextBox 4"/>
          <p:cNvSpPr txBox="1"/>
          <p:nvPr/>
        </p:nvSpPr>
        <p:spPr>
          <a:xfrm>
            <a:off x="429667" y="642331"/>
            <a:ext cx="906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case 4. </a:t>
            </a:r>
            <a:r>
              <a:rPr lang="ko-KR" altLang="en-US" sz="2000" b="1" dirty="0"/>
              <a:t>각 비트 수신</a:t>
            </a:r>
            <a:r>
              <a:rPr lang="en-US" altLang="ko-KR" sz="2000" b="1" dirty="0"/>
              <a:t> &amp; </a:t>
            </a:r>
            <a:r>
              <a:rPr lang="en-US" altLang="ko-KR" sz="2000" b="1" dirty="0">
                <a:solidFill>
                  <a:schemeClr val="accent2"/>
                </a:solidFill>
              </a:rPr>
              <a:t>40bit </a:t>
            </a:r>
            <a:r>
              <a:rPr lang="ko-KR" altLang="en-US" sz="2000" b="1" dirty="0">
                <a:solidFill>
                  <a:schemeClr val="accent2"/>
                </a:solidFill>
              </a:rPr>
              <a:t>데이터 수신</a:t>
            </a:r>
            <a:r>
              <a:rPr lang="ko-KR" altLang="en-US" sz="2000" b="1" dirty="0"/>
              <a:t> 및 </a:t>
            </a:r>
            <a:r>
              <a:rPr lang="en-US" altLang="ko-KR" sz="2000" b="1" dirty="0"/>
              <a:t>state </a:t>
            </a:r>
            <a:r>
              <a:rPr lang="ko-KR" altLang="en-US" sz="2000" b="1" dirty="0"/>
              <a:t>전이 확인</a:t>
            </a:r>
            <a:r>
              <a:rPr lang="en-US" altLang="ko-KR" sz="2000" b="1" dirty="0"/>
              <a:t> 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854808" y="5226537"/>
            <a:ext cx="1061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FSM</a:t>
            </a:r>
            <a:r>
              <a:rPr lang="ko-KR" altLang="en-US" dirty="0"/>
              <a:t>은 </a:t>
            </a:r>
            <a:r>
              <a:rPr lang="en-US" altLang="ko-KR" b="1" dirty="0">
                <a:solidFill>
                  <a:schemeClr val="accent2"/>
                </a:solidFill>
              </a:rPr>
              <a:t>5 -&gt; 6 -&gt; 7 </a:t>
            </a:r>
            <a:r>
              <a:rPr lang="ko-KR" altLang="en-US" b="1" dirty="0">
                <a:solidFill>
                  <a:schemeClr val="accent2"/>
                </a:solidFill>
              </a:rPr>
              <a:t>상태를 반복</a:t>
            </a:r>
            <a:r>
              <a:rPr lang="ko-KR" altLang="en-US" b="1" dirty="0"/>
              <a:t>하며 </a:t>
            </a:r>
            <a:r>
              <a:rPr lang="ko-KR" altLang="en-US" b="1" dirty="0">
                <a:solidFill>
                  <a:schemeClr val="accent2"/>
                </a:solidFill>
              </a:rPr>
              <a:t>각 비트를 수신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en-US" altLang="ko-KR" b="1" dirty="0" err="1">
                <a:solidFill>
                  <a:schemeClr val="accent2"/>
                </a:solidFill>
              </a:rPr>
              <a:t>bit_cnt_reg</a:t>
            </a:r>
            <a:r>
              <a:rPr lang="ko-KR" altLang="en-US" b="1" dirty="0">
                <a:solidFill>
                  <a:schemeClr val="accent2"/>
                </a:solidFill>
              </a:rPr>
              <a:t>를 증가</a:t>
            </a:r>
            <a:r>
              <a:rPr lang="ko-KR" altLang="en-US" dirty="0"/>
              <a:t>시키면서 </a:t>
            </a:r>
            <a:r>
              <a:rPr lang="en-US" altLang="ko-KR" b="1" dirty="0" err="1">
                <a:solidFill>
                  <a:schemeClr val="accent2"/>
                </a:solidFill>
              </a:rPr>
              <a:t>data_reg</a:t>
            </a:r>
            <a:r>
              <a:rPr lang="ko-KR" altLang="en-US" b="1" dirty="0">
                <a:solidFill>
                  <a:schemeClr val="accent2"/>
                </a:solidFill>
              </a:rPr>
              <a:t>에 데이터를 누적 저장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1" dirty="0" err="1">
                <a:solidFill>
                  <a:schemeClr val="accent2"/>
                </a:solidFill>
              </a:rPr>
              <a:t>bit_cnt_reg</a:t>
            </a:r>
            <a:r>
              <a:rPr lang="en-US" altLang="ko-KR" b="1" dirty="0">
                <a:solidFill>
                  <a:schemeClr val="accent2"/>
                </a:solidFill>
              </a:rPr>
              <a:t> = 39</a:t>
            </a:r>
            <a:r>
              <a:rPr lang="ko-KR" altLang="en-US" dirty="0"/>
              <a:t>에서 </a:t>
            </a:r>
            <a:r>
              <a:rPr lang="en-US" altLang="ko-KR" b="1" dirty="0">
                <a:solidFill>
                  <a:schemeClr val="accent2"/>
                </a:solidFill>
              </a:rPr>
              <a:t>STOP </a:t>
            </a:r>
            <a:r>
              <a:rPr lang="ko-KR" altLang="en-US" b="1" dirty="0">
                <a:solidFill>
                  <a:schemeClr val="accent2"/>
                </a:solidFill>
              </a:rPr>
              <a:t>상태로 전이</a:t>
            </a:r>
            <a:r>
              <a:rPr lang="ko-KR" altLang="en-US" dirty="0"/>
              <a:t>하는 것을 통해 </a:t>
            </a:r>
            <a:r>
              <a:rPr lang="en-US" altLang="ko-KR" b="1" dirty="0">
                <a:solidFill>
                  <a:schemeClr val="accent2"/>
                </a:solidFill>
              </a:rPr>
              <a:t>40</a:t>
            </a:r>
            <a:r>
              <a:rPr lang="ko-KR" altLang="en-US" b="1" dirty="0">
                <a:solidFill>
                  <a:schemeClr val="accent2"/>
                </a:solidFill>
              </a:rPr>
              <a:t>비트 데이터 수신 완료</a:t>
            </a:r>
            <a:r>
              <a:rPr lang="ko-KR" altLang="en-US" b="1" dirty="0"/>
              <a:t>를 확인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</p:txBody>
      </p:sp>
      <p:cxnSp>
        <p:nvCxnSpPr>
          <p:cNvPr id="11" name="직선 화살표 연결선 10"/>
          <p:cNvCxnSpPr>
            <a:endCxn id="20" idx="0"/>
          </p:cNvCxnSpPr>
          <p:nvPr/>
        </p:nvCxnSpPr>
        <p:spPr>
          <a:xfrm flipH="1">
            <a:off x="4436533" y="3183467"/>
            <a:ext cx="2" cy="11006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/>
          <p:cNvCxnSpPr/>
          <p:nvPr/>
        </p:nvCxnSpPr>
        <p:spPr>
          <a:xfrm flipH="1">
            <a:off x="9194800" y="3733800"/>
            <a:ext cx="2" cy="4753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14274" y="4284133"/>
            <a:ext cx="3844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DATA_SYNC(</a:t>
            </a:r>
            <a:r>
              <a:rPr lang="en-US" altLang="ko-KR" sz="1600" b="1" dirty="0">
                <a:solidFill>
                  <a:schemeClr val="accent2"/>
                </a:solidFill>
              </a:rPr>
              <a:t>5</a:t>
            </a:r>
            <a:r>
              <a:rPr lang="en-US" altLang="ko-KR" sz="1600" dirty="0"/>
              <a:t>) -&gt; DATA_COUNT(</a:t>
            </a:r>
            <a:r>
              <a:rPr lang="en-US" altLang="ko-KR" sz="1600" b="1" dirty="0">
                <a:solidFill>
                  <a:schemeClr val="accent2"/>
                </a:solidFill>
              </a:rPr>
              <a:t>6</a:t>
            </a:r>
            <a:r>
              <a:rPr lang="en-US" altLang="ko-KR" sz="1600" dirty="0"/>
              <a:t>) -&gt; </a:t>
            </a:r>
          </a:p>
          <a:p>
            <a:r>
              <a:rPr lang="en-US" altLang="ko-KR" sz="1600" dirty="0"/>
              <a:t>DATA_DECISION(</a:t>
            </a:r>
            <a:r>
              <a:rPr lang="en-US" altLang="ko-KR" sz="1600" b="1" dirty="0">
                <a:solidFill>
                  <a:schemeClr val="accent2"/>
                </a:solidFill>
              </a:rPr>
              <a:t>7</a:t>
            </a:r>
            <a:r>
              <a:rPr lang="en-US" altLang="ko-KR" sz="1600" dirty="0"/>
              <a:t>) </a:t>
            </a:r>
            <a:r>
              <a:rPr lang="ko-KR" altLang="en-US" sz="1600" dirty="0"/>
              <a:t>반복</a:t>
            </a:r>
            <a:r>
              <a:rPr lang="en-US" altLang="ko-KR" sz="1600" dirty="0"/>
              <a:t> </a:t>
            </a:r>
            <a:endParaRPr lang="ko-KR" altLang="en-US" sz="1600" dirty="0"/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5638800" y="3202515"/>
            <a:ext cx="1371602" cy="10816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10066867" y="3183467"/>
            <a:ext cx="1" cy="102564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39666" y="4284133"/>
            <a:ext cx="30141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solidFill>
                  <a:schemeClr val="accent2"/>
                </a:solidFill>
              </a:rPr>
              <a:t>bit_cnt_reg</a:t>
            </a:r>
            <a:r>
              <a:rPr lang="ko-KR" altLang="en-US" sz="1600" dirty="0"/>
              <a:t>가 </a:t>
            </a:r>
            <a:r>
              <a:rPr lang="en-US" altLang="ko-KR" sz="1600" b="1" dirty="0">
                <a:solidFill>
                  <a:schemeClr val="accent2"/>
                </a:solidFill>
              </a:rPr>
              <a:t>39</a:t>
            </a:r>
            <a:r>
              <a:rPr lang="ko-KR" altLang="en-US" sz="1600" dirty="0"/>
              <a:t>에 도달할 시 </a:t>
            </a:r>
            <a:r>
              <a:rPr lang="en-US" altLang="ko-KR" sz="1600" b="1" dirty="0">
                <a:solidFill>
                  <a:schemeClr val="accent2"/>
                </a:solidFill>
              </a:rPr>
              <a:t>STOP(8)</a:t>
            </a:r>
            <a:r>
              <a:rPr lang="ko-KR" altLang="en-US" sz="1600" dirty="0"/>
              <a:t> 상태로 전이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6167831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DHT11 - Simulation Result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29667" y="642331"/>
            <a:ext cx="90614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case 5. </a:t>
            </a:r>
            <a:r>
              <a:rPr lang="ko-KR" altLang="en-US" sz="2000" b="1" dirty="0">
                <a:solidFill>
                  <a:schemeClr val="accent2"/>
                </a:solidFill>
              </a:rPr>
              <a:t>수신 종료</a:t>
            </a:r>
            <a:r>
              <a:rPr lang="ko-KR" altLang="en-US" sz="2000" b="1" dirty="0"/>
              <a:t> 및 </a:t>
            </a:r>
            <a:r>
              <a:rPr lang="en-US" altLang="ko-KR" sz="2000" b="1" dirty="0">
                <a:solidFill>
                  <a:schemeClr val="accent2"/>
                </a:solidFill>
              </a:rPr>
              <a:t>PASS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결과 확인</a:t>
            </a:r>
            <a:r>
              <a:rPr lang="en-US" altLang="ko-KR" sz="2000" b="1" dirty="0"/>
              <a:t> </a:t>
            </a:r>
            <a:endParaRPr lang="ko-KR" altLang="en-US" sz="20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4766734" y="4726859"/>
            <a:ext cx="67902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마지막 비트 수신 후 </a:t>
            </a:r>
            <a:r>
              <a:rPr lang="en-US" altLang="ko-KR" b="1" dirty="0"/>
              <a:t>STOP -&gt; IDLE</a:t>
            </a:r>
            <a:r>
              <a:rPr lang="ko-KR" altLang="en-US" dirty="0"/>
              <a:t>로 복귀하며</a:t>
            </a:r>
            <a:r>
              <a:rPr lang="en-US" altLang="ko-KR" dirty="0"/>
              <a:t>, </a:t>
            </a:r>
            <a:r>
              <a:rPr lang="ko-KR" altLang="en-US" dirty="0"/>
              <a:t>최종적으로 </a:t>
            </a:r>
            <a:r>
              <a:rPr lang="en-US" altLang="ko-KR" b="1" dirty="0">
                <a:solidFill>
                  <a:schemeClr val="accent2"/>
                </a:solidFill>
              </a:rPr>
              <a:t>humidity = 60, temperature = 25, valid = 1</a:t>
            </a:r>
            <a:r>
              <a:rPr lang="ko-KR" altLang="en-US" dirty="0"/>
              <a:t>이 출력되는 것을 확인함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이를 통해 </a:t>
            </a:r>
            <a:r>
              <a:rPr lang="en-US" altLang="ko-KR" dirty="0"/>
              <a:t>DHT11 </a:t>
            </a:r>
            <a:r>
              <a:rPr lang="ko-KR" altLang="en-US" dirty="0"/>
              <a:t>컨트롤러가 </a:t>
            </a:r>
            <a:r>
              <a:rPr lang="ko-KR" altLang="en-US" b="1" dirty="0" err="1">
                <a:solidFill>
                  <a:schemeClr val="accent2"/>
                </a:solidFill>
              </a:rPr>
              <a:t>온습도</a:t>
            </a:r>
            <a:r>
              <a:rPr lang="ko-KR" altLang="en-US" b="1" dirty="0">
                <a:solidFill>
                  <a:schemeClr val="accent2"/>
                </a:solidFill>
              </a:rPr>
              <a:t> 데이터 수신</a:t>
            </a:r>
            <a:r>
              <a:rPr lang="ko-KR" altLang="en-US" dirty="0"/>
              <a:t>과 </a:t>
            </a:r>
            <a:r>
              <a:rPr lang="en-US" altLang="ko-KR" b="1" dirty="0">
                <a:solidFill>
                  <a:schemeClr val="accent2"/>
                </a:solidFill>
              </a:rPr>
              <a:t>checksum </a:t>
            </a:r>
            <a:r>
              <a:rPr lang="ko-KR" altLang="en-US" b="1" dirty="0">
                <a:solidFill>
                  <a:schemeClr val="accent2"/>
                </a:solidFill>
              </a:rPr>
              <a:t>검증</a:t>
            </a:r>
            <a:r>
              <a:rPr lang="ko-KR" altLang="en-US" dirty="0"/>
              <a:t>을 정상적으로 완료했음을 확인함</a:t>
            </a:r>
            <a:r>
              <a:rPr lang="en-US" altLang="ko-KR" dirty="0"/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6" y="1159865"/>
            <a:ext cx="11305133" cy="3078247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66" y="4606447"/>
            <a:ext cx="3758460" cy="171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6404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14A2-7D53-2FCB-0E58-0B357EE96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59F540-BA11-A603-E8F5-54DBCE3C2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FPGA Implementation Result </a:t>
            </a:r>
            <a:endParaRPr lang="ko-KR" altLang="en-US" dirty="0"/>
          </a:p>
        </p:txBody>
      </p:sp>
      <p:pic>
        <p:nvPicPr>
          <p:cNvPr id="3" name="FPGA Implementation result">
            <a:hlinkClick r:id="" action="ppaction://media"/>
            <a:extLst>
              <a:ext uri="{FF2B5EF4-FFF2-40B4-BE49-F238E27FC236}">
                <a16:creationId xmlns:a16="http://schemas.microsoft.com/office/drawing/2014/main" id="{4543F7BF-38AC-F4D2-4D48-82E2D5C85A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762" y="715992"/>
            <a:ext cx="10541480" cy="555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83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F72A-F251-E5DA-3303-1E608843F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5C8756-26D3-34CC-5043-BAC8A0AD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FPGA Implementation Result 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55A8704-25E8-BEF0-5E41-7FEADC3BF0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388" y="682497"/>
            <a:ext cx="8151223" cy="611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8780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D8897-2F46-5234-CC24-C58076342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C3C0A-0361-454A-AAC1-7D896A075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816" y="62086"/>
            <a:ext cx="12057184" cy="432043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FPGA Implementation Result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07FF007-B533-47B3-1E2E-75A0578CEF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505" y="695559"/>
            <a:ext cx="8133806" cy="610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0123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AF00EC-A1B6-BB3E-2194-3AD48C6BF270}"/>
              </a:ext>
            </a:extLst>
          </p:cNvPr>
          <p:cNvSpPr txBox="1"/>
          <p:nvPr/>
        </p:nvSpPr>
        <p:spPr>
          <a:xfrm>
            <a:off x="396816" y="800248"/>
            <a:ext cx="9661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b="1" dirty="0"/>
              <a:t>SR04 </a:t>
            </a:r>
            <a:r>
              <a:rPr lang="ko-KR" altLang="en-US" b="1" dirty="0"/>
              <a:t>센서 불량 문제</a:t>
            </a:r>
            <a:endParaRPr lang="en-US" altLang="ko-KR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5FE5781-F9CA-27E2-B5A4-D30DDD35D6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642719"/>
              </p:ext>
            </p:extLst>
          </p:nvPr>
        </p:nvGraphicFramePr>
        <p:xfrm>
          <a:off x="743308" y="1459874"/>
          <a:ext cx="10705383" cy="217905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568461">
                  <a:extLst>
                    <a:ext uri="{9D8B030D-6E8A-4147-A177-3AD203B41FA5}">
                      <a16:colId xmlns:a16="http://schemas.microsoft.com/office/drawing/2014/main" val="1357861680"/>
                    </a:ext>
                  </a:extLst>
                </a:gridCol>
                <a:gridCol w="3568461">
                  <a:extLst>
                    <a:ext uri="{9D8B030D-6E8A-4147-A177-3AD203B41FA5}">
                      <a16:colId xmlns:a16="http://schemas.microsoft.com/office/drawing/2014/main" val="1254201713"/>
                    </a:ext>
                  </a:extLst>
                </a:gridCol>
                <a:gridCol w="3568461">
                  <a:extLst>
                    <a:ext uri="{9D8B030D-6E8A-4147-A177-3AD203B41FA5}">
                      <a16:colId xmlns:a16="http://schemas.microsoft.com/office/drawing/2014/main" val="1325854754"/>
                    </a:ext>
                  </a:extLst>
                </a:gridCol>
              </a:tblGrid>
              <a:tr h="268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원인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해결 방안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/>
                        <a:t>결과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64476"/>
                  </a:ext>
                </a:extLst>
              </a:tr>
              <a:tr h="17828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SR04 </a:t>
                      </a:r>
                      <a:r>
                        <a:rPr lang="ko-KR" altLang="en-US" dirty="0"/>
                        <a:t>센서에서 </a:t>
                      </a:r>
                      <a:r>
                        <a:rPr lang="en-US" altLang="ko-KR" b="1" dirty="0"/>
                        <a:t>Echo </a:t>
                      </a:r>
                      <a:r>
                        <a:rPr lang="ko-KR" altLang="en-US" b="1" dirty="0"/>
                        <a:t>신호가 정상적으로 출력되지 않아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b="1" dirty="0" err="1"/>
                        <a:t>거리값이</a:t>
                      </a:r>
                      <a:r>
                        <a:rPr lang="ko-KR" altLang="en-US" b="1" dirty="0"/>
                        <a:t> </a:t>
                      </a:r>
                      <a:r>
                        <a:rPr lang="en-US" altLang="ko-KR" b="1" dirty="0"/>
                        <a:t>304cm</a:t>
                      </a:r>
                      <a:r>
                        <a:rPr lang="ko-KR" altLang="en-US" b="1" dirty="0"/>
                        <a:t>로 고정</a:t>
                      </a:r>
                      <a:r>
                        <a:rPr lang="ko-KR" altLang="en-US" dirty="0"/>
                        <a:t>되는 문제 발생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센서 불량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FSM </a:t>
                      </a:r>
                      <a:r>
                        <a:rPr lang="ko-KR" altLang="en-US" dirty="0"/>
                        <a:t>및 연결 이상 없음 확인 후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동일 환경에서 </a:t>
                      </a:r>
                      <a:r>
                        <a:rPr lang="ko-KR" altLang="en-US" b="1" dirty="0"/>
                        <a:t>센서를 교체</a:t>
                      </a:r>
                      <a:r>
                        <a:rPr lang="ko-KR" altLang="en-US" dirty="0"/>
                        <a:t>하여 테스트 수행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센서 교체 후 정상적인 </a:t>
                      </a:r>
                      <a:r>
                        <a:rPr lang="en-US" altLang="ko-KR" dirty="0"/>
                        <a:t>Echo </a:t>
                      </a:r>
                      <a:r>
                        <a:rPr lang="ko-KR" altLang="en-US" dirty="0"/>
                        <a:t>신호 및 거리 측정 확인 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→ 하드웨어 불량으로 문제 해결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13379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2392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61A73F-9DF1-414A-40C0-1BC71D9FC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442" y="813448"/>
            <a:ext cx="2610214" cy="285789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B15FCB5-3E4C-CD0E-320B-3C8F0A767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99" y="813448"/>
            <a:ext cx="3210373" cy="5649113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FAB8D772-DB26-524A-867D-6EF16EE1BB3A}"/>
              </a:ext>
            </a:extLst>
          </p:cNvPr>
          <p:cNvSpPr/>
          <p:nvPr/>
        </p:nvSpPr>
        <p:spPr>
          <a:xfrm>
            <a:off x="4155982" y="1515291"/>
            <a:ext cx="2081349" cy="1506583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F41E2-0F0B-8388-EAA1-17601AACA955}"/>
              </a:ext>
            </a:extLst>
          </p:cNvPr>
          <p:cNvSpPr txBox="1"/>
          <p:nvPr/>
        </p:nvSpPr>
        <p:spPr>
          <a:xfrm>
            <a:off x="4857172" y="4027211"/>
            <a:ext cx="683392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1.ascii_decoder</a:t>
            </a:r>
            <a:r>
              <a:rPr lang="ko-KR" altLang="en-US" dirty="0"/>
              <a:t>를 </a:t>
            </a:r>
            <a:r>
              <a:rPr lang="en-US" altLang="ko-KR" dirty="0"/>
              <a:t>FSM</a:t>
            </a:r>
            <a:r>
              <a:rPr lang="ko-KR" altLang="en-US" dirty="0"/>
              <a:t>으로 구현</a:t>
            </a:r>
            <a:r>
              <a:rPr lang="en-US" altLang="ko-KR" dirty="0"/>
              <a:t> </a:t>
            </a:r>
          </a:p>
          <a:p>
            <a:r>
              <a:rPr lang="ko-KR" altLang="en-US" dirty="0"/>
              <a:t>  </a:t>
            </a:r>
            <a:r>
              <a:rPr lang="en-US" altLang="ko-KR" dirty="0"/>
              <a:t>-&gt;</a:t>
            </a:r>
            <a:r>
              <a:rPr lang="ko-KR" altLang="en-US" dirty="0"/>
              <a:t>즉시 출력 용도에 </a:t>
            </a:r>
            <a:r>
              <a:rPr lang="ko-KR" altLang="en-US" dirty="0">
                <a:solidFill>
                  <a:schemeClr val="accent2"/>
                </a:solidFill>
              </a:rPr>
              <a:t>상태 저장 필요 </a:t>
            </a:r>
            <a:r>
              <a:rPr lang="en-US" altLang="ko-KR" dirty="0">
                <a:solidFill>
                  <a:schemeClr val="accent2"/>
                </a:solidFill>
              </a:rPr>
              <a:t>X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상태 전이 때문에 출력이 </a:t>
            </a:r>
            <a:r>
              <a:rPr lang="ko-KR" altLang="en-US" dirty="0">
                <a:solidFill>
                  <a:schemeClr val="accent2"/>
                </a:solidFill>
              </a:rPr>
              <a:t>한 사이클 늦어지거나 </a:t>
            </a:r>
            <a:endParaRPr lang="en-US" altLang="ko-KR" dirty="0">
              <a:solidFill>
                <a:schemeClr val="accent2"/>
              </a:solidFill>
            </a:endParaRPr>
          </a:p>
          <a:p>
            <a:r>
              <a:rPr lang="ko-KR" altLang="en-US" dirty="0">
                <a:solidFill>
                  <a:schemeClr val="accent2"/>
                </a:solidFill>
              </a:rPr>
              <a:t>  타이밍이 복잡해지는 문제 </a:t>
            </a:r>
            <a:r>
              <a:rPr lang="ko-KR" altLang="en-US" dirty="0"/>
              <a:t>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-&gt;</a:t>
            </a:r>
            <a:r>
              <a:rPr lang="ko-KR" altLang="en-US" dirty="0"/>
              <a:t>조합 </a:t>
            </a:r>
            <a:r>
              <a:rPr lang="ko-KR" altLang="en-US" dirty="0" err="1"/>
              <a:t>디코더로</a:t>
            </a:r>
            <a:r>
              <a:rPr lang="ko-KR" altLang="en-US" dirty="0"/>
              <a:t> 바꿔</a:t>
            </a:r>
            <a:r>
              <a:rPr lang="en-US" altLang="ko-KR" dirty="0"/>
              <a:t>, </a:t>
            </a:r>
            <a:r>
              <a:rPr lang="ko-KR" altLang="en-US" dirty="0"/>
              <a:t>입력 즉시 </a:t>
            </a:r>
            <a:r>
              <a:rPr lang="en-US" altLang="ko-KR" dirty="0">
                <a:solidFill>
                  <a:schemeClr val="accent2"/>
                </a:solidFill>
              </a:rPr>
              <a:t>one-hot </a:t>
            </a:r>
            <a:r>
              <a:rPr lang="ko-KR" altLang="en-US" dirty="0">
                <a:solidFill>
                  <a:schemeClr val="accent2"/>
                </a:solidFill>
              </a:rPr>
              <a:t>출력</a:t>
            </a:r>
            <a:r>
              <a:rPr lang="ko-KR" altLang="en-US" dirty="0"/>
              <a:t>이 나오도록 수정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445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EE5FF-56F2-53D4-11CC-FDE4750B0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AC39D-2D4E-4520-BF2C-7F3247730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8B8013-4BDD-200E-EDFE-6E9311AB1750}"/>
              </a:ext>
            </a:extLst>
          </p:cNvPr>
          <p:cNvSpPr txBox="1"/>
          <p:nvPr/>
        </p:nvSpPr>
        <p:spPr>
          <a:xfrm>
            <a:off x="64478" y="593149"/>
            <a:ext cx="3873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ASCII_SENDER</a:t>
            </a:r>
            <a:r>
              <a:rPr lang="ko-KR" altLang="en-US" dirty="0"/>
              <a:t> </a:t>
            </a:r>
            <a:r>
              <a:rPr lang="en-US" altLang="ko-KR" dirty="0"/>
              <a:t>multiple driven </a:t>
            </a:r>
            <a:r>
              <a:rPr lang="ko-KR" altLang="en-US" dirty="0"/>
              <a:t>문제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17E736-74F5-0244-7A31-CF8D32312855}"/>
              </a:ext>
            </a:extLst>
          </p:cNvPr>
          <p:cNvGraphicFramePr>
            <a:graphicFrameLocks noGrp="1"/>
          </p:cNvGraphicFramePr>
          <p:nvPr/>
        </p:nvGraphicFramePr>
        <p:xfrm>
          <a:off x="835270" y="4425837"/>
          <a:ext cx="10515600" cy="16764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384713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81601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191960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  <a:latin typeface="맑은 고딕 (본문)"/>
                        </a:rPr>
                        <a:t>문제점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  <a:latin typeface="맑은 고딕 (본문)"/>
                        </a:rPr>
                        <a:t>원인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>
                          <a:effectLst/>
                          <a:latin typeface="맑은 고딕 (본문)"/>
                        </a:rPr>
                        <a:t>개선방안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15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dirty="0" err="1">
                          <a:effectLst/>
                          <a:latin typeface="맑은 고딕 (본문)"/>
                        </a:rPr>
                        <a:t>ascii_sender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에서 문자열 생성과 송신 제어가 한 구조에 섞여 있어 데이터 흐름이 복잡함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ko-KR" dirty="0" err="1">
                          <a:effectLst/>
                          <a:latin typeface="맑은 고딕 (본문)"/>
                        </a:rPr>
                        <a:t>data_reg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 갱신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, </a:t>
                      </a:r>
                      <a:r>
                        <a:rPr lang="en-US" altLang="ko-KR" dirty="0" err="1">
                          <a:effectLst/>
                          <a:latin typeface="맑은 고딕 (본문)"/>
                        </a:rPr>
                        <a:t>bit_cnt_reg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 증가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, </a:t>
                      </a:r>
                      <a:r>
                        <a:rPr lang="en-US" altLang="ko-KR" dirty="0" err="1">
                          <a:effectLst/>
                          <a:latin typeface="맑은 고딕 (본문)"/>
                        </a:rPr>
                        <a:t>push_data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 출력이 같은 흐름에서 동시에 처리되어 시점 구분이 불명확함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ko-KR" altLang="en-US" dirty="0">
                          <a:effectLst/>
                          <a:latin typeface="맑은 고딕 (본문)"/>
                        </a:rPr>
                        <a:t>문자열 생성부와 송신 제어부를 분리하여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, 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데이터는 미리 준비하고 </a:t>
                      </a:r>
                      <a:r>
                        <a:rPr lang="ko-KR" altLang="en-US" dirty="0" err="1">
                          <a:effectLst/>
                          <a:latin typeface="맑은 고딕 (본문)"/>
                        </a:rPr>
                        <a:t>상태머신은</a:t>
                      </a:r>
                      <a:r>
                        <a:rPr lang="ko-KR" altLang="en-US" dirty="0">
                          <a:effectLst/>
                          <a:latin typeface="맑은 고딕 (본문)"/>
                        </a:rPr>
                        <a:t> 전송 시점만 담당하도록 구조를 단순화함</a:t>
                      </a:r>
                      <a:r>
                        <a:rPr lang="en-US" altLang="ko-KR" dirty="0">
                          <a:effectLst/>
                          <a:latin typeface="맑은 고딕 (본문)"/>
                        </a:rPr>
                        <a:t>.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190641"/>
                  </a:ext>
                </a:extLst>
              </a:tr>
            </a:tbl>
          </a:graphicData>
        </a:graphic>
      </p:graphicFrame>
      <p:pic>
        <p:nvPicPr>
          <p:cNvPr id="10" name="그림 9">
            <a:extLst>
              <a:ext uri="{FF2B5EF4-FFF2-40B4-BE49-F238E27FC236}">
                <a16:creationId xmlns:a16="http://schemas.microsoft.com/office/drawing/2014/main" id="{5C2490F4-21C8-5BF2-F59A-C05F4E1B6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6610" y="1412689"/>
            <a:ext cx="3734321" cy="28674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D4AC932-5ED4-0FFE-63A4-8AEED65714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527" y="1273881"/>
            <a:ext cx="3448531" cy="30579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ECE95C0-8D4E-1FFD-CE24-41B076F5E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610" y="1117373"/>
            <a:ext cx="2838846" cy="295316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402FC290-48E0-4ABA-79F5-A8D780BA6A5E}"/>
              </a:ext>
            </a:extLst>
          </p:cNvPr>
          <p:cNvSpPr/>
          <p:nvPr/>
        </p:nvSpPr>
        <p:spPr>
          <a:xfrm>
            <a:off x="4484914" y="1968137"/>
            <a:ext cx="1706880" cy="1175657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31E7407-D846-6E87-02A0-08C3F3661C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363" y="930933"/>
            <a:ext cx="251495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37770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DEC2D-0897-7EEB-49D4-72F9B41BE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44C70F-50C9-7C2A-E1E8-2E996B3B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CFA902B-C8D3-29D4-848D-D9266767A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" y="982439"/>
            <a:ext cx="12057184" cy="408113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FAD6DF-73AE-D99A-02A5-02FC90EC7E19}"/>
              </a:ext>
            </a:extLst>
          </p:cNvPr>
          <p:cNvSpPr/>
          <p:nvPr/>
        </p:nvSpPr>
        <p:spPr>
          <a:xfrm>
            <a:off x="9962605" y="3265714"/>
            <a:ext cx="2229395" cy="188105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A1BA1-63EC-27B7-FBD6-C9BD4F2069CD}"/>
              </a:ext>
            </a:extLst>
          </p:cNvPr>
          <p:cNvSpPr txBox="1"/>
          <p:nvPr/>
        </p:nvSpPr>
        <p:spPr>
          <a:xfrm>
            <a:off x="10006981" y="5212889"/>
            <a:ext cx="21146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두번째 </a:t>
            </a:r>
            <a:r>
              <a:rPr lang="en-US" altLang="ko-KR" dirty="0"/>
              <a:t>status </a:t>
            </a:r>
            <a:r>
              <a:rPr lang="ko-KR" altLang="en-US" dirty="0"/>
              <a:t>부터</a:t>
            </a:r>
            <a:endParaRPr lang="en-US" altLang="ko-KR" dirty="0"/>
          </a:p>
          <a:p>
            <a:r>
              <a:rPr lang="en-US" altLang="ko-KR" dirty="0"/>
              <a:t>FIFO</a:t>
            </a:r>
            <a:r>
              <a:rPr lang="ko-KR" altLang="en-US" dirty="0"/>
              <a:t>의 동작 이상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6D1F50-5698-880A-12A9-044C717B0C9F}"/>
              </a:ext>
            </a:extLst>
          </p:cNvPr>
          <p:cNvSpPr txBox="1"/>
          <p:nvPr/>
        </p:nvSpPr>
        <p:spPr>
          <a:xfrm>
            <a:off x="304800" y="600891"/>
            <a:ext cx="365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FIFO_TX empty </a:t>
            </a:r>
            <a:r>
              <a:rPr lang="ko-KR" altLang="en-US" dirty="0"/>
              <a:t>상태 및 </a:t>
            </a:r>
            <a:r>
              <a:rPr lang="en-US" altLang="ko-KR" dirty="0"/>
              <a:t>pop</a:t>
            </a:r>
            <a:r>
              <a:rPr lang="ko-KR" altLang="en-US" dirty="0"/>
              <a:t> 판단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B03792-5B1B-FFC0-098A-3A5D53F7AD62}"/>
              </a:ext>
            </a:extLst>
          </p:cNvPr>
          <p:cNvSpPr txBox="1"/>
          <p:nvPr/>
        </p:nvSpPr>
        <p:spPr>
          <a:xfrm>
            <a:off x="3875315" y="5344467"/>
            <a:ext cx="5190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Data</a:t>
            </a:r>
            <a:r>
              <a:rPr lang="ko-KR" altLang="en-US" dirty="0"/>
              <a:t>가 </a:t>
            </a:r>
            <a:r>
              <a:rPr lang="en-US" altLang="ko-KR" dirty="0"/>
              <a:t>[31:0] </a:t>
            </a:r>
            <a:r>
              <a:rPr lang="ko-KR" altLang="en-US" dirty="0"/>
              <a:t>이 아닌 </a:t>
            </a:r>
            <a:r>
              <a:rPr lang="en-US" altLang="ko-KR" dirty="0"/>
              <a:t>[20:0] </a:t>
            </a:r>
            <a:r>
              <a:rPr lang="ko-KR" altLang="en-US" dirty="0"/>
              <a:t>이기 때문에 </a:t>
            </a:r>
            <a:r>
              <a:rPr lang="en-US" altLang="ko-KR" dirty="0"/>
              <a:t>pop</a:t>
            </a:r>
            <a:r>
              <a:rPr lang="ko-KR" altLang="en-US" dirty="0"/>
              <a:t> 후</a:t>
            </a:r>
            <a:endParaRPr lang="en-US" altLang="ko-KR" dirty="0"/>
          </a:p>
          <a:p>
            <a:r>
              <a:rPr lang="en-US" altLang="ko-KR" dirty="0" err="1"/>
              <a:t>wptr</a:t>
            </a:r>
            <a:r>
              <a:rPr lang="en-US" altLang="ko-KR" dirty="0"/>
              <a:t> </a:t>
            </a:r>
            <a:r>
              <a:rPr lang="ko-KR" altLang="en-US" dirty="0"/>
              <a:t>과 </a:t>
            </a:r>
            <a:r>
              <a:rPr lang="en-US" altLang="ko-KR" dirty="0" err="1"/>
              <a:t>rptr</a:t>
            </a:r>
            <a:r>
              <a:rPr lang="en-US" altLang="ko-KR" dirty="0"/>
              <a:t> </a:t>
            </a:r>
            <a:r>
              <a:rPr lang="ko-KR" altLang="en-US" dirty="0"/>
              <a:t>이 </a:t>
            </a:r>
            <a:r>
              <a:rPr lang="en-US" altLang="ko-KR" dirty="0"/>
              <a:t>0</a:t>
            </a:r>
            <a:r>
              <a:rPr lang="ko-KR" altLang="en-US" dirty="0"/>
              <a:t>으로 복귀하지 않음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76A67D-BFA9-2886-AA06-33816B49A84E}"/>
              </a:ext>
            </a:extLst>
          </p:cNvPr>
          <p:cNvSpPr/>
          <p:nvPr/>
        </p:nvSpPr>
        <p:spPr>
          <a:xfrm>
            <a:off x="6679474" y="4119154"/>
            <a:ext cx="2090057" cy="4441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08BE60B1-7FF2-D570-8AC6-D65DF1701E83}"/>
              </a:ext>
            </a:extLst>
          </p:cNvPr>
          <p:cNvCxnSpPr>
            <a:stCxn id="10" idx="0"/>
            <a:endCxn id="11" idx="2"/>
          </p:cNvCxnSpPr>
          <p:nvPr/>
        </p:nvCxnSpPr>
        <p:spPr>
          <a:xfrm flipV="1">
            <a:off x="6470738" y="4563291"/>
            <a:ext cx="1253765" cy="78117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9579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49310-6C92-8341-A047-FE1834F49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BBCC9A-6992-CBED-4FC2-F4E520266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2F1DF8-8972-1CED-F741-75BB88FCD8CA}"/>
              </a:ext>
            </a:extLst>
          </p:cNvPr>
          <p:cNvSpPr txBox="1"/>
          <p:nvPr/>
        </p:nvSpPr>
        <p:spPr>
          <a:xfrm>
            <a:off x="304800" y="600891"/>
            <a:ext cx="365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FIFO_TX empty </a:t>
            </a:r>
            <a:r>
              <a:rPr lang="ko-KR" altLang="en-US" dirty="0"/>
              <a:t>상태 및 </a:t>
            </a:r>
            <a:r>
              <a:rPr lang="en-US" altLang="ko-KR" dirty="0"/>
              <a:t>pop</a:t>
            </a:r>
            <a:r>
              <a:rPr lang="ko-KR" altLang="en-US" dirty="0"/>
              <a:t> 판단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0CF9AD-B58C-A078-B3C0-848A67EB6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262" y="970223"/>
            <a:ext cx="3000794" cy="575390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3C63C3-FA40-0ACC-61F1-FD3D26D1D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270" y="809259"/>
            <a:ext cx="4201111" cy="5239481"/>
          </a:xfrm>
          <a:prstGeom prst="rect">
            <a:avLst/>
          </a:prstGeom>
        </p:spPr>
      </p:pic>
      <p:sp>
        <p:nvSpPr>
          <p:cNvPr id="11" name="화살표: 오른쪽 10">
            <a:extLst>
              <a:ext uri="{FF2B5EF4-FFF2-40B4-BE49-F238E27FC236}">
                <a16:creationId xmlns:a16="http://schemas.microsoft.com/office/drawing/2014/main" id="{1C8B67FB-1C25-1B0E-73C5-1C18B5630384}"/>
              </a:ext>
            </a:extLst>
          </p:cNvPr>
          <p:cNvSpPr/>
          <p:nvPr/>
        </p:nvSpPr>
        <p:spPr>
          <a:xfrm>
            <a:off x="4403608" y="2664821"/>
            <a:ext cx="1689462" cy="1358538"/>
          </a:xfrm>
          <a:prstGeom prst="rightArrow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A5DD92-157E-1B16-C506-63F9C6DC6CF8}"/>
              </a:ext>
            </a:extLst>
          </p:cNvPr>
          <p:cNvSpPr txBox="1"/>
          <p:nvPr/>
        </p:nvSpPr>
        <p:spPr>
          <a:xfrm>
            <a:off x="4215152" y="4127863"/>
            <a:ext cx="19238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전송 후 </a:t>
            </a:r>
            <a:r>
              <a:rPr lang="en-US" altLang="ko-KR" dirty="0" err="1"/>
              <a:t>wptr,rptr</a:t>
            </a:r>
            <a:endParaRPr lang="en-US" altLang="ko-KR" dirty="0"/>
          </a:p>
          <a:p>
            <a:pPr algn="ctr"/>
            <a:r>
              <a:rPr lang="en-US" altLang="ko-KR" dirty="0"/>
              <a:t>Reset</a:t>
            </a:r>
            <a:r>
              <a:rPr lang="ko-KR" altLang="en-US" dirty="0"/>
              <a:t> 조건 추가</a:t>
            </a:r>
          </a:p>
        </p:txBody>
      </p:sp>
    </p:spTree>
    <p:extLst>
      <p:ext uri="{BB962C8B-B14F-4D97-AF65-F5344CB8AC3E}">
        <p14:creationId xmlns:p14="http://schemas.microsoft.com/office/powerpoint/2010/main" val="38436301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B344D-9F68-E428-BFC8-2D33DE87C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2F0486-298C-04F3-62E2-E6864C264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Troubleshooting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27BC39-4D8B-2611-C8A0-098A803C7258}"/>
              </a:ext>
            </a:extLst>
          </p:cNvPr>
          <p:cNvSpPr txBox="1"/>
          <p:nvPr/>
        </p:nvSpPr>
        <p:spPr>
          <a:xfrm>
            <a:off x="304800" y="600891"/>
            <a:ext cx="365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FIFO_TX empty </a:t>
            </a:r>
            <a:r>
              <a:rPr lang="ko-KR" altLang="en-US" dirty="0"/>
              <a:t>상태 및 </a:t>
            </a:r>
            <a:r>
              <a:rPr lang="en-US" altLang="ko-KR" dirty="0"/>
              <a:t>pop</a:t>
            </a:r>
            <a:r>
              <a:rPr lang="ko-KR" altLang="en-US" dirty="0"/>
              <a:t> 판단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F4D993C-BAA5-4E55-3CDB-AA889F9B5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79" y="1061160"/>
            <a:ext cx="11944642" cy="4011597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3F2684F-F453-2CE5-E55B-8434E4737E6E}"/>
              </a:ext>
            </a:extLst>
          </p:cNvPr>
          <p:cNvSpPr/>
          <p:nvPr/>
        </p:nvSpPr>
        <p:spPr>
          <a:xfrm>
            <a:off x="9292046" y="3753394"/>
            <a:ext cx="2899954" cy="13193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9E075-C561-D209-063D-4D6A1A7B6E30}"/>
              </a:ext>
            </a:extLst>
          </p:cNvPr>
          <p:cNvSpPr txBox="1"/>
          <p:nvPr/>
        </p:nvSpPr>
        <p:spPr>
          <a:xfrm>
            <a:off x="9301659" y="5163694"/>
            <a:ext cx="2820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두번째 이후도 정상 동작</a:t>
            </a:r>
          </a:p>
        </p:txBody>
      </p:sp>
    </p:spTree>
    <p:extLst>
      <p:ext uri="{BB962C8B-B14F-4D97-AF65-F5344CB8AC3E}">
        <p14:creationId xmlns:p14="http://schemas.microsoft.com/office/powerpoint/2010/main" val="26630914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고찰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90444" y="2341077"/>
            <a:ext cx="9532189" cy="127339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altLang="ko-KR" dirty="0"/>
              <a:t>FSM </a:t>
            </a:r>
            <a:r>
              <a:rPr lang="ko-KR" altLang="en-US" dirty="0"/>
              <a:t>기반 </a:t>
            </a:r>
            <a:r>
              <a:rPr lang="en-US" altLang="ko-KR" dirty="0"/>
              <a:t>control unit</a:t>
            </a:r>
            <a:r>
              <a:rPr lang="ko-KR" altLang="en-US" dirty="0"/>
              <a:t>과 </a:t>
            </a:r>
            <a:r>
              <a:rPr lang="en-US" altLang="ko-KR" dirty="0" err="1"/>
              <a:t>datapath</a:t>
            </a:r>
            <a:r>
              <a:rPr lang="ko-KR" altLang="en-US" dirty="0"/>
              <a:t>를 분리하고 </a:t>
            </a:r>
            <a:r>
              <a:rPr lang="en-US" altLang="ko-KR" dirty="0"/>
              <a:t>UART·FIFO</a:t>
            </a:r>
            <a:r>
              <a:rPr lang="ko-KR" altLang="en-US" dirty="0"/>
              <a:t>를 결합하여</a:t>
            </a:r>
            <a:r>
              <a:rPr lang="en-US" altLang="ko-KR" dirty="0"/>
              <a:t>, </a:t>
            </a:r>
            <a:r>
              <a:rPr lang="ko-KR" altLang="en-US" dirty="0"/>
              <a:t>센서 데이터와 타이머 정보를 외부와 안정적으로 송수신할 수 있는 통합 시스템을 구현하였다</a:t>
            </a:r>
            <a:r>
              <a:rPr lang="en-US" altLang="ko-KR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dirty="0"/>
              <a:t>또한 </a:t>
            </a:r>
            <a:r>
              <a:rPr lang="en-US" altLang="ko-KR" dirty="0"/>
              <a:t>debounce, tick generator, FND </a:t>
            </a:r>
            <a:r>
              <a:rPr lang="ko-KR" altLang="en-US" dirty="0"/>
              <a:t>및 </a:t>
            </a:r>
            <a:r>
              <a:rPr lang="en-US" altLang="ko-KR" dirty="0"/>
              <a:t>FIFO </a:t>
            </a:r>
            <a:r>
              <a:rPr lang="ko-KR" altLang="en-US" dirty="0" err="1"/>
              <a:t>버퍼링</a:t>
            </a:r>
            <a:r>
              <a:rPr lang="ko-KR" altLang="en-US" dirty="0"/>
              <a:t> 구조를 통해 입력 노이즈와 데이터 손실을 최소화하며 전체 시스템의 신뢰성을 향상시켰다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662315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1524000" y="2736200"/>
            <a:ext cx="9144000" cy="1385599"/>
          </a:xfrm>
        </p:spPr>
        <p:txBody>
          <a:bodyPr/>
          <a:lstStyle/>
          <a:p>
            <a:pPr algn="ctr"/>
            <a:r>
              <a:rPr lang="ko-KR" altLang="en-US" sz="7200" b="1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76758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8100"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FF0000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1094</TotalTime>
  <Words>4207</Words>
  <Application>Microsoft Office PowerPoint</Application>
  <PresentationFormat>와이드스크린</PresentationFormat>
  <Paragraphs>845</Paragraphs>
  <Slides>72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78" baseType="lpstr">
      <vt:lpstr>맑은 고딕</vt:lpstr>
      <vt:lpstr>맑은 고딕 (본문)</vt:lpstr>
      <vt:lpstr>Arial</vt:lpstr>
      <vt:lpstr>Symbol</vt:lpstr>
      <vt:lpstr>Wingdings</vt:lpstr>
      <vt:lpstr>Office 테마</vt:lpstr>
      <vt:lpstr>UART-FIFO 기반 Sensor 연동 Stopwatch+Watch 통합 System Design Project</vt:lpstr>
      <vt:lpstr>목차</vt:lpstr>
      <vt:lpstr>프로젝트 개요</vt:lpstr>
      <vt:lpstr>개발 목적</vt:lpstr>
      <vt:lpstr>전체 Block-Diagram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 Uart</vt:lpstr>
      <vt:lpstr>Top_Fnd - 전체 Block diagram</vt:lpstr>
      <vt:lpstr>Top_Fnd – FSM (Control Unit)</vt:lpstr>
      <vt:lpstr>Top_Fnd – Simulation Scenario</vt:lpstr>
      <vt:lpstr>Top_Fnd – Simulation Scenario</vt:lpstr>
      <vt:lpstr>Top_Fnd – Simulation Result</vt:lpstr>
      <vt:lpstr>Top_Fnd – Simulation Result</vt:lpstr>
      <vt:lpstr>Top_Fnd – Simulation Result</vt:lpstr>
      <vt:lpstr>Top_Fnd – Simulation Result</vt:lpstr>
      <vt:lpstr>Top_Fnd – Simulation Result</vt:lpstr>
      <vt:lpstr>Top_Fnd – Simulation Result</vt:lpstr>
      <vt:lpstr>Top_Fnd – Simulation Result</vt:lpstr>
      <vt:lpstr>Top_Fnd – Simulation Result</vt:lpstr>
      <vt:lpstr>Top_Fnd – Simulation Result</vt:lpstr>
      <vt:lpstr>SR04 - 센서 Spec.</vt:lpstr>
      <vt:lpstr>SR04 - FSM</vt:lpstr>
      <vt:lpstr>SR04 – 15초 counter logic 추가</vt:lpstr>
      <vt:lpstr>SR04 – Simulation Scenario</vt:lpstr>
      <vt:lpstr>SR04 – Simulation Result</vt:lpstr>
      <vt:lpstr>SR04 – Simulation Result</vt:lpstr>
      <vt:lpstr>SR04 – Simulation Result</vt:lpstr>
      <vt:lpstr>DHT11 - 센서 Spec.</vt:lpstr>
      <vt:lpstr>DHT11 - FSM</vt:lpstr>
      <vt:lpstr>DHT11 – synchronizer logic 추가 &amp; valid logic 설명</vt:lpstr>
      <vt:lpstr>DHT11 - Simulation Scenario</vt:lpstr>
      <vt:lpstr>DHT11 - Simulation Result</vt:lpstr>
      <vt:lpstr>DHT11 - Simulation Result </vt:lpstr>
      <vt:lpstr>DHT11 - Simulation Result </vt:lpstr>
      <vt:lpstr>DHT11 - Simulation Result </vt:lpstr>
      <vt:lpstr>DHT11 - Simulation Result </vt:lpstr>
      <vt:lpstr>FPGA Implementation Result </vt:lpstr>
      <vt:lpstr>FPGA Implementation Result </vt:lpstr>
      <vt:lpstr>FPGA Implementation Result </vt:lpstr>
      <vt:lpstr>Troubleshooting</vt:lpstr>
      <vt:lpstr>Troubleshooting</vt:lpstr>
      <vt:lpstr>Troubleshooting</vt:lpstr>
      <vt:lpstr>Troubleshooting</vt:lpstr>
      <vt:lpstr>Troubleshooting</vt:lpstr>
      <vt:lpstr>Troubleshooting</vt:lpstr>
      <vt:lpstr>고찰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최기훈</cp:lastModifiedBy>
  <cp:revision>163</cp:revision>
  <dcterms:created xsi:type="dcterms:W3CDTF">2026-04-09T06:31:00Z</dcterms:created>
  <dcterms:modified xsi:type="dcterms:W3CDTF">2026-05-10T01:18:33Z</dcterms:modified>
</cp:coreProperties>
</file>